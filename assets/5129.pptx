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Futura" panose="020B0604020202020204" charset="0"/>
      <p:regular r:id="rId13"/>
    </p:embeddedFont>
    <p:embeddedFont>
      <p:font typeface="Futura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Barabara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29" y="-6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349"/>
            <a:ext cx="18534434" cy="10264651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87554" cy="3260617"/>
            </a:xfrm>
            <a:custGeom>
              <a:avLst/>
              <a:gdLst/>
              <a:ahLst/>
              <a:cxnLst/>
              <a:rect l="l" t="t" r="r" b="b"/>
              <a:pathLst>
                <a:path w="5887554" h="3260617">
                  <a:moveTo>
                    <a:pt x="5887554" y="36029"/>
                  </a:moveTo>
                  <a:lnTo>
                    <a:pt x="5887554" y="0"/>
                  </a:lnTo>
                  <a:lnTo>
                    <a:pt x="32528" y="0"/>
                  </a:lnTo>
                  <a:lnTo>
                    <a:pt x="32528" y="18014"/>
                  </a:lnTo>
                  <a:lnTo>
                    <a:pt x="0" y="18014"/>
                  </a:lnTo>
                  <a:lnTo>
                    <a:pt x="0" y="3260617"/>
                  </a:lnTo>
                  <a:lnTo>
                    <a:pt x="65056" y="3260617"/>
                  </a:lnTo>
                  <a:lnTo>
                    <a:pt x="65056" y="2630111"/>
                  </a:lnTo>
                  <a:lnTo>
                    <a:pt x="1171005" y="2630111"/>
                  </a:lnTo>
                  <a:lnTo>
                    <a:pt x="1171005" y="3260617"/>
                  </a:lnTo>
                  <a:lnTo>
                    <a:pt x="1236061" y="3260617"/>
                  </a:lnTo>
                  <a:lnTo>
                    <a:pt x="1236061" y="2630111"/>
                  </a:lnTo>
                  <a:lnTo>
                    <a:pt x="2342011" y="2630111"/>
                  </a:lnTo>
                  <a:lnTo>
                    <a:pt x="2342011" y="3260617"/>
                  </a:lnTo>
                  <a:lnTo>
                    <a:pt x="2407066" y="3260617"/>
                  </a:lnTo>
                  <a:lnTo>
                    <a:pt x="2407066" y="2630111"/>
                  </a:lnTo>
                  <a:lnTo>
                    <a:pt x="3513016" y="2630111"/>
                  </a:lnTo>
                  <a:lnTo>
                    <a:pt x="3513016" y="3260617"/>
                  </a:lnTo>
                  <a:lnTo>
                    <a:pt x="3578072" y="3260617"/>
                  </a:lnTo>
                  <a:lnTo>
                    <a:pt x="3578072" y="2630111"/>
                  </a:lnTo>
                  <a:lnTo>
                    <a:pt x="4684021" y="2630111"/>
                  </a:lnTo>
                  <a:lnTo>
                    <a:pt x="4684021" y="3260617"/>
                  </a:lnTo>
                  <a:lnTo>
                    <a:pt x="4749077" y="3260617"/>
                  </a:lnTo>
                  <a:lnTo>
                    <a:pt x="4749077" y="2630111"/>
                  </a:lnTo>
                  <a:lnTo>
                    <a:pt x="5887554" y="2630111"/>
                  </a:lnTo>
                  <a:lnTo>
                    <a:pt x="5887554" y="2594082"/>
                  </a:lnTo>
                  <a:lnTo>
                    <a:pt x="4749077" y="2594082"/>
                  </a:lnTo>
                  <a:lnTo>
                    <a:pt x="4749077" y="1981590"/>
                  </a:lnTo>
                  <a:lnTo>
                    <a:pt x="5887554" y="1981590"/>
                  </a:lnTo>
                  <a:lnTo>
                    <a:pt x="5887554" y="1945561"/>
                  </a:lnTo>
                  <a:lnTo>
                    <a:pt x="4749077" y="1945561"/>
                  </a:lnTo>
                  <a:lnTo>
                    <a:pt x="4749077" y="1333070"/>
                  </a:lnTo>
                  <a:lnTo>
                    <a:pt x="5887554" y="1333070"/>
                  </a:lnTo>
                  <a:lnTo>
                    <a:pt x="5887554" y="1297041"/>
                  </a:lnTo>
                  <a:lnTo>
                    <a:pt x="4749077" y="1297041"/>
                  </a:lnTo>
                  <a:lnTo>
                    <a:pt x="4749077" y="684549"/>
                  </a:lnTo>
                  <a:lnTo>
                    <a:pt x="5887554" y="684549"/>
                  </a:lnTo>
                  <a:lnTo>
                    <a:pt x="5887554" y="648520"/>
                  </a:lnTo>
                  <a:lnTo>
                    <a:pt x="4749077" y="648520"/>
                  </a:lnTo>
                  <a:lnTo>
                    <a:pt x="4749077" y="36029"/>
                  </a:lnTo>
                  <a:lnTo>
                    <a:pt x="5887554" y="36029"/>
                  </a:lnTo>
                  <a:close/>
                  <a:moveTo>
                    <a:pt x="1236061" y="648520"/>
                  </a:moveTo>
                  <a:lnTo>
                    <a:pt x="1236061" y="36029"/>
                  </a:lnTo>
                  <a:lnTo>
                    <a:pt x="2342011" y="36029"/>
                  </a:lnTo>
                  <a:lnTo>
                    <a:pt x="2342011" y="648520"/>
                  </a:lnTo>
                  <a:lnTo>
                    <a:pt x="1236061" y="648520"/>
                  </a:lnTo>
                  <a:close/>
                  <a:moveTo>
                    <a:pt x="2342011" y="684549"/>
                  </a:moveTo>
                  <a:lnTo>
                    <a:pt x="2342011" y="1297041"/>
                  </a:lnTo>
                  <a:lnTo>
                    <a:pt x="1236061" y="1297041"/>
                  </a:lnTo>
                  <a:lnTo>
                    <a:pt x="1236061" y="684549"/>
                  </a:lnTo>
                  <a:lnTo>
                    <a:pt x="2342011" y="684549"/>
                  </a:lnTo>
                  <a:close/>
                  <a:moveTo>
                    <a:pt x="1171005" y="648520"/>
                  </a:moveTo>
                  <a:lnTo>
                    <a:pt x="65056" y="648520"/>
                  </a:lnTo>
                  <a:lnTo>
                    <a:pt x="65056" y="36029"/>
                  </a:lnTo>
                  <a:lnTo>
                    <a:pt x="1171005" y="36029"/>
                  </a:lnTo>
                  <a:lnTo>
                    <a:pt x="1171005" y="648520"/>
                  </a:lnTo>
                  <a:close/>
                  <a:moveTo>
                    <a:pt x="1171005" y="684549"/>
                  </a:moveTo>
                  <a:lnTo>
                    <a:pt x="1171005" y="1297041"/>
                  </a:lnTo>
                  <a:lnTo>
                    <a:pt x="65056" y="1297041"/>
                  </a:lnTo>
                  <a:lnTo>
                    <a:pt x="65056" y="684549"/>
                  </a:lnTo>
                  <a:lnTo>
                    <a:pt x="1171005" y="684549"/>
                  </a:lnTo>
                  <a:close/>
                  <a:moveTo>
                    <a:pt x="1171005" y="1333070"/>
                  </a:moveTo>
                  <a:lnTo>
                    <a:pt x="1171005" y="1945561"/>
                  </a:lnTo>
                  <a:lnTo>
                    <a:pt x="65056" y="1945561"/>
                  </a:lnTo>
                  <a:lnTo>
                    <a:pt x="65056" y="1333070"/>
                  </a:lnTo>
                  <a:lnTo>
                    <a:pt x="1171005" y="1333070"/>
                  </a:lnTo>
                  <a:close/>
                  <a:moveTo>
                    <a:pt x="1236061" y="1333070"/>
                  </a:moveTo>
                  <a:lnTo>
                    <a:pt x="2342011" y="1333070"/>
                  </a:lnTo>
                  <a:lnTo>
                    <a:pt x="2342011" y="1945561"/>
                  </a:lnTo>
                  <a:lnTo>
                    <a:pt x="1236061" y="1945561"/>
                  </a:lnTo>
                  <a:lnTo>
                    <a:pt x="1236061" y="1333070"/>
                  </a:lnTo>
                  <a:close/>
                  <a:moveTo>
                    <a:pt x="2407066" y="1333070"/>
                  </a:moveTo>
                  <a:lnTo>
                    <a:pt x="3513016" y="1333070"/>
                  </a:lnTo>
                  <a:lnTo>
                    <a:pt x="3513016" y="1945561"/>
                  </a:lnTo>
                  <a:lnTo>
                    <a:pt x="2407066" y="1945561"/>
                  </a:lnTo>
                  <a:lnTo>
                    <a:pt x="2407066" y="1333070"/>
                  </a:lnTo>
                  <a:close/>
                  <a:moveTo>
                    <a:pt x="2407066" y="1297041"/>
                  </a:moveTo>
                  <a:lnTo>
                    <a:pt x="2407066" y="684549"/>
                  </a:lnTo>
                  <a:lnTo>
                    <a:pt x="3513016" y="684549"/>
                  </a:lnTo>
                  <a:lnTo>
                    <a:pt x="3513016" y="1297041"/>
                  </a:lnTo>
                  <a:lnTo>
                    <a:pt x="2407066" y="1297041"/>
                  </a:lnTo>
                  <a:close/>
                  <a:moveTo>
                    <a:pt x="2407066" y="648520"/>
                  </a:moveTo>
                  <a:lnTo>
                    <a:pt x="2407066" y="36029"/>
                  </a:lnTo>
                  <a:lnTo>
                    <a:pt x="3513016" y="36029"/>
                  </a:lnTo>
                  <a:lnTo>
                    <a:pt x="3513016" y="648520"/>
                  </a:lnTo>
                  <a:lnTo>
                    <a:pt x="2407066" y="648520"/>
                  </a:lnTo>
                  <a:close/>
                  <a:moveTo>
                    <a:pt x="65056" y="2594082"/>
                  </a:moveTo>
                  <a:lnTo>
                    <a:pt x="65056" y="1981590"/>
                  </a:lnTo>
                  <a:lnTo>
                    <a:pt x="1171005" y="1981590"/>
                  </a:lnTo>
                  <a:lnTo>
                    <a:pt x="1171005" y="2594082"/>
                  </a:lnTo>
                  <a:lnTo>
                    <a:pt x="65056" y="2594082"/>
                  </a:lnTo>
                  <a:close/>
                  <a:moveTo>
                    <a:pt x="1236061" y="2594082"/>
                  </a:moveTo>
                  <a:lnTo>
                    <a:pt x="1236061" y="1981590"/>
                  </a:lnTo>
                  <a:lnTo>
                    <a:pt x="2342011" y="1981590"/>
                  </a:lnTo>
                  <a:lnTo>
                    <a:pt x="2342011" y="2594082"/>
                  </a:lnTo>
                  <a:lnTo>
                    <a:pt x="1236061" y="2594082"/>
                  </a:lnTo>
                  <a:close/>
                  <a:moveTo>
                    <a:pt x="2407066" y="2594082"/>
                  </a:moveTo>
                  <a:lnTo>
                    <a:pt x="2407066" y="1981590"/>
                  </a:lnTo>
                  <a:lnTo>
                    <a:pt x="3513016" y="1981590"/>
                  </a:lnTo>
                  <a:lnTo>
                    <a:pt x="3513016" y="2594082"/>
                  </a:lnTo>
                  <a:lnTo>
                    <a:pt x="2407066" y="2594082"/>
                  </a:lnTo>
                  <a:close/>
                  <a:moveTo>
                    <a:pt x="4684021" y="2594082"/>
                  </a:moveTo>
                  <a:lnTo>
                    <a:pt x="3578072" y="2594082"/>
                  </a:lnTo>
                  <a:lnTo>
                    <a:pt x="3578072" y="1981590"/>
                  </a:lnTo>
                  <a:lnTo>
                    <a:pt x="4684021" y="1981590"/>
                  </a:lnTo>
                  <a:lnTo>
                    <a:pt x="4684021" y="2594082"/>
                  </a:lnTo>
                  <a:close/>
                  <a:moveTo>
                    <a:pt x="4684021" y="1945561"/>
                  </a:moveTo>
                  <a:lnTo>
                    <a:pt x="3578072" y="1945561"/>
                  </a:lnTo>
                  <a:lnTo>
                    <a:pt x="3578072" y="1333070"/>
                  </a:lnTo>
                  <a:lnTo>
                    <a:pt x="4684021" y="1333070"/>
                  </a:lnTo>
                  <a:lnTo>
                    <a:pt x="4684021" y="1945561"/>
                  </a:lnTo>
                  <a:close/>
                  <a:moveTo>
                    <a:pt x="4684021" y="1297041"/>
                  </a:moveTo>
                  <a:lnTo>
                    <a:pt x="3578072" y="1297041"/>
                  </a:lnTo>
                  <a:lnTo>
                    <a:pt x="3578072" y="684549"/>
                  </a:lnTo>
                  <a:lnTo>
                    <a:pt x="4684021" y="684549"/>
                  </a:lnTo>
                  <a:lnTo>
                    <a:pt x="4684021" y="1297041"/>
                  </a:lnTo>
                  <a:close/>
                  <a:moveTo>
                    <a:pt x="4684021" y="648520"/>
                  </a:moveTo>
                  <a:lnTo>
                    <a:pt x="3578072" y="648520"/>
                  </a:lnTo>
                  <a:lnTo>
                    <a:pt x="3578072" y="36029"/>
                  </a:lnTo>
                  <a:lnTo>
                    <a:pt x="4684021" y="36029"/>
                  </a:lnTo>
                  <a:lnTo>
                    <a:pt x="4684021" y="648520"/>
                  </a:lnTo>
                  <a:close/>
                </a:path>
              </a:pathLst>
            </a:custGeom>
            <a:solidFill>
              <a:srgbClr val="F4DCE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0" y="423563"/>
            <a:ext cx="18534434" cy="926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Aavishkar</a:t>
            </a:r>
            <a:endParaRPr lang="en-US" sz="51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Inter- Collegiate/Institute/Department Research Convention</a:t>
            </a:r>
          </a:p>
          <a:p>
            <a:pPr algn="ctr">
              <a:lnSpc>
                <a:spcPts val="7279"/>
              </a:lnSpc>
              <a:spcBef>
                <a:spcPct val="0"/>
              </a:spcBef>
            </a:pPr>
            <a:endParaRPr lang="en-US" sz="51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Category:5                                                      </a:t>
            </a:r>
            <a:r>
              <a:rPr lang="en-US" sz="5199" dirty="0" err="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Level:UG</a:t>
            </a:r>
            <a:endParaRPr lang="en-US" sz="51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ctr">
              <a:lnSpc>
                <a:spcPts val="7279"/>
              </a:lnSpc>
              <a:spcBef>
                <a:spcPct val="0"/>
              </a:spcBef>
            </a:pPr>
            <a:endParaRPr lang="en-US" sz="51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DRIVE_ALERT</a:t>
            </a:r>
          </a:p>
          <a:p>
            <a:pPr algn="ctr">
              <a:lnSpc>
                <a:spcPts val="7279"/>
              </a:lnSpc>
              <a:spcBef>
                <a:spcPct val="0"/>
              </a:spcBef>
            </a:pPr>
            <a:endParaRPr lang="en-US" sz="51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ctr">
              <a:lnSpc>
                <a:spcPts val="7279"/>
              </a:lnSpc>
              <a:spcBef>
                <a:spcPct val="0"/>
              </a:spcBef>
            </a:pPr>
            <a:endParaRPr lang="en-US" sz="51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ctr">
              <a:lnSpc>
                <a:spcPts val="7279"/>
              </a:lnSpc>
              <a:spcBef>
                <a:spcPct val="0"/>
              </a:spcBef>
            </a:pPr>
            <a:endParaRPr lang="en-US" sz="5199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Slot No:5129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6434" y="0"/>
            <a:ext cx="18534434" cy="10264651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87554" cy="3260617"/>
            </a:xfrm>
            <a:custGeom>
              <a:avLst/>
              <a:gdLst/>
              <a:ahLst/>
              <a:cxnLst/>
              <a:rect l="l" t="t" r="r" b="b"/>
              <a:pathLst>
                <a:path w="5887554" h="3260617">
                  <a:moveTo>
                    <a:pt x="5887554" y="36029"/>
                  </a:moveTo>
                  <a:lnTo>
                    <a:pt x="5887554" y="0"/>
                  </a:lnTo>
                  <a:lnTo>
                    <a:pt x="32528" y="0"/>
                  </a:lnTo>
                  <a:lnTo>
                    <a:pt x="32528" y="18014"/>
                  </a:lnTo>
                  <a:lnTo>
                    <a:pt x="0" y="18014"/>
                  </a:lnTo>
                  <a:lnTo>
                    <a:pt x="0" y="3260617"/>
                  </a:lnTo>
                  <a:lnTo>
                    <a:pt x="65056" y="3260617"/>
                  </a:lnTo>
                  <a:lnTo>
                    <a:pt x="65056" y="2630111"/>
                  </a:lnTo>
                  <a:lnTo>
                    <a:pt x="1171005" y="2630111"/>
                  </a:lnTo>
                  <a:lnTo>
                    <a:pt x="1171005" y="3260617"/>
                  </a:lnTo>
                  <a:lnTo>
                    <a:pt x="1236061" y="3260617"/>
                  </a:lnTo>
                  <a:lnTo>
                    <a:pt x="1236061" y="2630111"/>
                  </a:lnTo>
                  <a:lnTo>
                    <a:pt x="2342011" y="2630111"/>
                  </a:lnTo>
                  <a:lnTo>
                    <a:pt x="2342011" y="3260617"/>
                  </a:lnTo>
                  <a:lnTo>
                    <a:pt x="2407066" y="3260617"/>
                  </a:lnTo>
                  <a:lnTo>
                    <a:pt x="2407066" y="2630111"/>
                  </a:lnTo>
                  <a:lnTo>
                    <a:pt x="3513016" y="2630111"/>
                  </a:lnTo>
                  <a:lnTo>
                    <a:pt x="3513016" y="3260617"/>
                  </a:lnTo>
                  <a:lnTo>
                    <a:pt x="3578072" y="3260617"/>
                  </a:lnTo>
                  <a:lnTo>
                    <a:pt x="3578072" y="2630111"/>
                  </a:lnTo>
                  <a:lnTo>
                    <a:pt x="4684021" y="2630111"/>
                  </a:lnTo>
                  <a:lnTo>
                    <a:pt x="4684021" y="3260617"/>
                  </a:lnTo>
                  <a:lnTo>
                    <a:pt x="4749077" y="3260617"/>
                  </a:lnTo>
                  <a:lnTo>
                    <a:pt x="4749077" y="2630111"/>
                  </a:lnTo>
                  <a:lnTo>
                    <a:pt x="5887554" y="2630111"/>
                  </a:lnTo>
                  <a:lnTo>
                    <a:pt x="5887554" y="2594082"/>
                  </a:lnTo>
                  <a:lnTo>
                    <a:pt x="4749077" y="2594082"/>
                  </a:lnTo>
                  <a:lnTo>
                    <a:pt x="4749077" y="1981590"/>
                  </a:lnTo>
                  <a:lnTo>
                    <a:pt x="5887554" y="1981590"/>
                  </a:lnTo>
                  <a:lnTo>
                    <a:pt x="5887554" y="1945561"/>
                  </a:lnTo>
                  <a:lnTo>
                    <a:pt x="4749077" y="1945561"/>
                  </a:lnTo>
                  <a:lnTo>
                    <a:pt x="4749077" y="1333070"/>
                  </a:lnTo>
                  <a:lnTo>
                    <a:pt x="5887554" y="1333070"/>
                  </a:lnTo>
                  <a:lnTo>
                    <a:pt x="5887554" y="1297041"/>
                  </a:lnTo>
                  <a:lnTo>
                    <a:pt x="4749077" y="1297041"/>
                  </a:lnTo>
                  <a:lnTo>
                    <a:pt x="4749077" y="684549"/>
                  </a:lnTo>
                  <a:lnTo>
                    <a:pt x="5887554" y="684549"/>
                  </a:lnTo>
                  <a:lnTo>
                    <a:pt x="5887554" y="648520"/>
                  </a:lnTo>
                  <a:lnTo>
                    <a:pt x="4749077" y="648520"/>
                  </a:lnTo>
                  <a:lnTo>
                    <a:pt x="4749077" y="36029"/>
                  </a:lnTo>
                  <a:lnTo>
                    <a:pt x="5887554" y="36029"/>
                  </a:lnTo>
                  <a:close/>
                  <a:moveTo>
                    <a:pt x="1236061" y="648520"/>
                  </a:moveTo>
                  <a:lnTo>
                    <a:pt x="1236061" y="36029"/>
                  </a:lnTo>
                  <a:lnTo>
                    <a:pt x="2342011" y="36029"/>
                  </a:lnTo>
                  <a:lnTo>
                    <a:pt x="2342011" y="648520"/>
                  </a:lnTo>
                  <a:lnTo>
                    <a:pt x="1236061" y="648520"/>
                  </a:lnTo>
                  <a:close/>
                  <a:moveTo>
                    <a:pt x="2342011" y="684549"/>
                  </a:moveTo>
                  <a:lnTo>
                    <a:pt x="2342011" y="1297041"/>
                  </a:lnTo>
                  <a:lnTo>
                    <a:pt x="1236061" y="1297041"/>
                  </a:lnTo>
                  <a:lnTo>
                    <a:pt x="1236061" y="684549"/>
                  </a:lnTo>
                  <a:lnTo>
                    <a:pt x="2342011" y="684549"/>
                  </a:lnTo>
                  <a:close/>
                  <a:moveTo>
                    <a:pt x="1171005" y="648520"/>
                  </a:moveTo>
                  <a:lnTo>
                    <a:pt x="65056" y="648520"/>
                  </a:lnTo>
                  <a:lnTo>
                    <a:pt x="65056" y="36029"/>
                  </a:lnTo>
                  <a:lnTo>
                    <a:pt x="1171005" y="36029"/>
                  </a:lnTo>
                  <a:lnTo>
                    <a:pt x="1171005" y="648520"/>
                  </a:lnTo>
                  <a:close/>
                  <a:moveTo>
                    <a:pt x="1171005" y="684549"/>
                  </a:moveTo>
                  <a:lnTo>
                    <a:pt x="1171005" y="1297041"/>
                  </a:lnTo>
                  <a:lnTo>
                    <a:pt x="65056" y="1297041"/>
                  </a:lnTo>
                  <a:lnTo>
                    <a:pt x="65056" y="684549"/>
                  </a:lnTo>
                  <a:lnTo>
                    <a:pt x="1171005" y="684549"/>
                  </a:lnTo>
                  <a:close/>
                  <a:moveTo>
                    <a:pt x="1171005" y="1333070"/>
                  </a:moveTo>
                  <a:lnTo>
                    <a:pt x="1171005" y="1945561"/>
                  </a:lnTo>
                  <a:lnTo>
                    <a:pt x="65056" y="1945561"/>
                  </a:lnTo>
                  <a:lnTo>
                    <a:pt x="65056" y="1333070"/>
                  </a:lnTo>
                  <a:lnTo>
                    <a:pt x="1171005" y="1333070"/>
                  </a:lnTo>
                  <a:close/>
                  <a:moveTo>
                    <a:pt x="1236061" y="1333070"/>
                  </a:moveTo>
                  <a:lnTo>
                    <a:pt x="2342011" y="1333070"/>
                  </a:lnTo>
                  <a:lnTo>
                    <a:pt x="2342011" y="1945561"/>
                  </a:lnTo>
                  <a:lnTo>
                    <a:pt x="1236061" y="1945561"/>
                  </a:lnTo>
                  <a:lnTo>
                    <a:pt x="1236061" y="1333070"/>
                  </a:lnTo>
                  <a:close/>
                  <a:moveTo>
                    <a:pt x="2407066" y="1333070"/>
                  </a:moveTo>
                  <a:lnTo>
                    <a:pt x="3513016" y="1333070"/>
                  </a:lnTo>
                  <a:lnTo>
                    <a:pt x="3513016" y="1945561"/>
                  </a:lnTo>
                  <a:lnTo>
                    <a:pt x="2407066" y="1945561"/>
                  </a:lnTo>
                  <a:lnTo>
                    <a:pt x="2407066" y="1333070"/>
                  </a:lnTo>
                  <a:close/>
                  <a:moveTo>
                    <a:pt x="2407066" y="1297041"/>
                  </a:moveTo>
                  <a:lnTo>
                    <a:pt x="2407066" y="684549"/>
                  </a:lnTo>
                  <a:lnTo>
                    <a:pt x="3513016" y="684549"/>
                  </a:lnTo>
                  <a:lnTo>
                    <a:pt x="3513016" y="1297041"/>
                  </a:lnTo>
                  <a:lnTo>
                    <a:pt x="2407066" y="1297041"/>
                  </a:lnTo>
                  <a:close/>
                  <a:moveTo>
                    <a:pt x="2407066" y="648520"/>
                  </a:moveTo>
                  <a:lnTo>
                    <a:pt x="2407066" y="36029"/>
                  </a:lnTo>
                  <a:lnTo>
                    <a:pt x="3513016" y="36029"/>
                  </a:lnTo>
                  <a:lnTo>
                    <a:pt x="3513016" y="648520"/>
                  </a:lnTo>
                  <a:lnTo>
                    <a:pt x="2407066" y="648520"/>
                  </a:lnTo>
                  <a:close/>
                  <a:moveTo>
                    <a:pt x="65056" y="2594082"/>
                  </a:moveTo>
                  <a:lnTo>
                    <a:pt x="65056" y="1981590"/>
                  </a:lnTo>
                  <a:lnTo>
                    <a:pt x="1171005" y="1981590"/>
                  </a:lnTo>
                  <a:lnTo>
                    <a:pt x="1171005" y="2594082"/>
                  </a:lnTo>
                  <a:lnTo>
                    <a:pt x="65056" y="2594082"/>
                  </a:lnTo>
                  <a:close/>
                  <a:moveTo>
                    <a:pt x="1236061" y="2594082"/>
                  </a:moveTo>
                  <a:lnTo>
                    <a:pt x="1236061" y="1981590"/>
                  </a:lnTo>
                  <a:lnTo>
                    <a:pt x="2342011" y="1981590"/>
                  </a:lnTo>
                  <a:lnTo>
                    <a:pt x="2342011" y="2594082"/>
                  </a:lnTo>
                  <a:lnTo>
                    <a:pt x="1236061" y="2594082"/>
                  </a:lnTo>
                  <a:close/>
                  <a:moveTo>
                    <a:pt x="2407066" y="2594082"/>
                  </a:moveTo>
                  <a:lnTo>
                    <a:pt x="2407066" y="1981590"/>
                  </a:lnTo>
                  <a:lnTo>
                    <a:pt x="3513016" y="1981590"/>
                  </a:lnTo>
                  <a:lnTo>
                    <a:pt x="3513016" y="2594082"/>
                  </a:lnTo>
                  <a:lnTo>
                    <a:pt x="2407066" y="2594082"/>
                  </a:lnTo>
                  <a:close/>
                  <a:moveTo>
                    <a:pt x="4684021" y="2594082"/>
                  </a:moveTo>
                  <a:lnTo>
                    <a:pt x="3578072" y="2594082"/>
                  </a:lnTo>
                  <a:lnTo>
                    <a:pt x="3578072" y="1981590"/>
                  </a:lnTo>
                  <a:lnTo>
                    <a:pt x="4684021" y="1981590"/>
                  </a:lnTo>
                  <a:lnTo>
                    <a:pt x="4684021" y="2594082"/>
                  </a:lnTo>
                  <a:close/>
                  <a:moveTo>
                    <a:pt x="4684021" y="1945561"/>
                  </a:moveTo>
                  <a:lnTo>
                    <a:pt x="3578072" y="1945561"/>
                  </a:lnTo>
                  <a:lnTo>
                    <a:pt x="3578072" y="1333070"/>
                  </a:lnTo>
                  <a:lnTo>
                    <a:pt x="4684021" y="1333070"/>
                  </a:lnTo>
                  <a:lnTo>
                    <a:pt x="4684021" y="1945561"/>
                  </a:lnTo>
                  <a:close/>
                  <a:moveTo>
                    <a:pt x="4684021" y="1297041"/>
                  </a:moveTo>
                  <a:lnTo>
                    <a:pt x="3578072" y="1297041"/>
                  </a:lnTo>
                  <a:lnTo>
                    <a:pt x="3578072" y="684549"/>
                  </a:lnTo>
                  <a:lnTo>
                    <a:pt x="4684021" y="684549"/>
                  </a:lnTo>
                  <a:lnTo>
                    <a:pt x="4684021" y="1297041"/>
                  </a:lnTo>
                  <a:close/>
                  <a:moveTo>
                    <a:pt x="4684021" y="648520"/>
                  </a:moveTo>
                  <a:lnTo>
                    <a:pt x="3578072" y="648520"/>
                  </a:lnTo>
                  <a:lnTo>
                    <a:pt x="3578072" y="36029"/>
                  </a:lnTo>
                  <a:lnTo>
                    <a:pt x="4684021" y="36029"/>
                  </a:lnTo>
                  <a:lnTo>
                    <a:pt x="4684021" y="648520"/>
                  </a:lnTo>
                  <a:close/>
                </a:path>
              </a:pathLst>
            </a:custGeom>
            <a:solidFill>
              <a:srgbClr val="F4DCE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74031" y="2295525"/>
            <a:ext cx="15073312" cy="6015038"/>
            <a:chOff x="0" y="0"/>
            <a:chExt cx="3969926" cy="15842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69926" cy="1584207"/>
            </a:xfrm>
            <a:custGeom>
              <a:avLst/>
              <a:gdLst/>
              <a:ahLst/>
              <a:cxnLst/>
              <a:rect l="l" t="t" r="r" b="b"/>
              <a:pathLst>
                <a:path w="3969926" h="1584207">
                  <a:moveTo>
                    <a:pt x="26195" y="0"/>
                  </a:moveTo>
                  <a:lnTo>
                    <a:pt x="3943731" y="0"/>
                  </a:lnTo>
                  <a:cubicBezTo>
                    <a:pt x="3958198" y="0"/>
                    <a:pt x="3969926" y="11728"/>
                    <a:pt x="3969926" y="26195"/>
                  </a:cubicBezTo>
                  <a:lnTo>
                    <a:pt x="3969926" y="1558013"/>
                  </a:lnTo>
                  <a:cubicBezTo>
                    <a:pt x="3969926" y="1564960"/>
                    <a:pt x="3967166" y="1571623"/>
                    <a:pt x="3962254" y="1576535"/>
                  </a:cubicBezTo>
                  <a:cubicBezTo>
                    <a:pt x="3957341" y="1581448"/>
                    <a:pt x="3950679" y="1584207"/>
                    <a:pt x="3943731" y="1584207"/>
                  </a:cubicBezTo>
                  <a:lnTo>
                    <a:pt x="26195" y="1584207"/>
                  </a:lnTo>
                  <a:cubicBezTo>
                    <a:pt x="19247" y="1584207"/>
                    <a:pt x="12585" y="1581448"/>
                    <a:pt x="7672" y="1576535"/>
                  </a:cubicBezTo>
                  <a:cubicBezTo>
                    <a:pt x="2760" y="1571623"/>
                    <a:pt x="0" y="1564960"/>
                    <a:pt x="0" y="1558013"/>
                  </a:cubicBezTo>
                  <a:lnTo>
                    <a:pt x="0" y="26195"/>
                  </a:lnTo>
                  <a:cubicBezTo>
                    <a:pt x="0" y="19247"/>
                    <a:pt x="2760" y="12585"/>
                    <a:pt x="7672" y="7672"/>
                  </a:cubicBezTo>
                  <a:cubicBezTo>
                    <a:pt x="12585" y="2760"/>
                    <a:pt x="19247" y="0"/>
                    <a:pt x="26195" y="0"/>
                  </a:cubicBezTo>
                  <a:close/>
                </a:path>
              </a:pathLst>
            </a:custGeom>
            <a:solidFill>
              <a:srgbClr val="FFF7AC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969926" cy="1641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40656" y="1976438"/>
            <a:ext cx="15073312" cy="6015038"/>
            <a:chOff x="0" y="0"/>
            <a:chExt cx="3969926" cy="15842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69926" cy="1584207"/>
            </a:xfrm>
            <a:custGeom>
              <a:avLst/>
              <a:gdLst/>
              <a:ahLst/>
              <a:cxnLst/>
              <a:rect l="l" t="t" r="r" b="b"/>
              <a:pathLst>
                <a:path w="3969926" h="1584207">
                  <a:moveTo>
                    <a:pt x="26195" y="0"/>
                  </a:moveTo>
                  <a:lnTo>
                    <a:pt x="3943731" y="0"/>
                  </a:lnTo>
                  <a:cubicBezTo>
                    <a:pt x="3958198" y="0"/>
                    <a:pt x="3969926" y="11728"/>
                    <a:pt x="3969926" y="26195"/>
                  </a:cubicBezTo>
                  <a:lnTo>
                    <a:pt x="3969926" y="1558013"/>
                  </a:lnTo>
                  <a:cubicBezTo>
                    <a:pt x="3969926" y="1564960"/>
                    <a:pt x="3967166" y="1571623"/>
                    <a:pt x="3962254" y="1576535"/>
                  </a:cubicBezTo>
                  <a:cubicBezTo>
                    <a:pt x="3957341" y="1581448"/>
                    <a:pt x="3950679" y="1584207"/>
                    <a:pt x="3943731" y="1584207"/>
                  </a:cubicBezTo>
                  <a:lnTo>
                    <a:pt x="26195" y="1584207"/>
                  </a:lnTo>
                  <a:cubicBezTo>
                    <a:pt x="19247" y="1584207"/>
                    <a:pt x="12585" y="1581448"/>
                    <a:pt x="7672" y="1576535"/>
                  </a:cubicBezTo>
                  <a:cubicBezTo>
                    <a:pt x="2760" y="1571623"/>
                    <a:pt x="0" y="1564960"/>
                    <a:pt x="0" y="1558013"/>
                  </a:cubicBezTo>
                  <a:lnTo>
                    <a:pt x="0" y="26195"/>
                  </a:lnTo>
                  <a:cubicBezTo>
                    <a:pt x="0" y="19247"/>
                    <a:pt x="2760" y="12585"/>
                    <a:pt x="7672" y="7672"/>
                  </a:cubicBezTo>
                  <a:cubicBezTo>
                    <a:pt x="12585" y="2760"/>
                    <a:pt x="19247" y="0"/>
                    <a:pt x="261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969926" cy="1641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313075" y="4638278"/>
            <a:ext cx="4974925" cy="6706394"/>
          </a:xfrm>
          <a:custGeom>
            <a:avLst/>
            <a:gdLst/>
            <a:ahLst/>
            <a:cxnLst/>
            <a:rect l="l" t="t" r="r" b="b"/>
            <a:pathLst>
              <a:path w="4974925" h="6706394">
                <a:moveTo>
                  <a:pt x="0" y="0"/>
                </a:moveTo>
                <a:lnTo>
                  <a:pt x="4974925" y="0"/>
                </a:lnTo>
                <a:lnTo>
                  <a:pt x="4974925" y="6706394"/>
                </a:lnTo>
                <a:lnTo>
                  <a:pt x="0" y="6706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124075"/>
            <a:ext cx="1104810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PROBLEM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37682" y="3988654"/>
            <a:ext cx="10575393" cy="432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3992" lvl="1" indent="-371996" algn="l">
              <a:lnSpc>
                <a:spcPts val="4824"/>
              </a:lnSpc>
              <a:buFont typeface="Arial"/>
              <a:buChar char="•"/>
            </a:pPr>
            <a:r>
              <a:rPr lang="en-US" sz="3446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leading cause of road accidents globally, around 40% of accidents happen due to this in India itself. </a:t>
            </a:r>
          </a:p>
          <a:p>
            <a:pPr algn="l">
              <a:lnSpc>
                <a:spcPts val="4824"/>
              </a:lnSpc>
            </a:pPr>
            <a:endParaRPr lang="en-US" sz="3446" b="1">
              <a:solidFill>
                <a:srgbClr val="000000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marL="743992" lvl="1" indent="-371996" algn="l">
              <a:lnSpc>
                <a:spcPts val="4824"/>
              </a:lnSpc>
              <a:buFont typeface="Arial"/>
              <a:buChar char="•"/>
            </a:pPr>
            <a:r>
              <a:rPr lang="en-US" sz="3446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major problem in India, causing about 100,000 crashes, 71,000 injuries, and 1,550 casualties each year. </a:t>
            </a:r>
          </a:p>
          <a:p>
            <a:pPr algn="l">
              <a:lnSpc>
                <a:spcPts val="4824"/>
              </a:lnSpc>
            </a:pPr>
            <a:endParaRPr lang="en-US" sz="3446" b="1">
              <a:solidFill>
                <a:srgbClr val="000000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83072" y="-710900"/>
            <a:ext cx="7098637" cy="6569466"/>
          </a:xfrm>
          <a:custGeom>
            <a:avLst/>
            <a:gdLst/>
            <a:ahLst/>
            <a:cxnLst/>
            <a:rect l="l" t="t" r="r" b="b"/>
            <a:pathLst>
              <a:path w="7098637" h="6569466">
                <a:moveTo>
                  <a:pt x="0" y="0"/>
                </a:moveTo>
                <a:lnTo>
                  <a:pt x="7098637" y="0"/>
                </a:lnTo>
                <a:lnTo>
                  <a:pt x="7098637" y="6569465"/>
                </a:lnTo>
                <a:lnTo>
                  <a:pt x="0" y="6569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07112" y="2129340"/>
            <a:ext cx="5553796" cy="1896222"/>
            <a:chOff x="0" y="0"/>
            <a:chExt cx="986910" cy="3369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56542" y="1990979"/>
            <a:ext cx="5553796" cy="1896222"/>
            <a:chOff x="0" y="0"/>
            <a:chExt cx="986910" cy="3369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07112" y="4402124"/>
            <a:ext cx="5553796" cy="1896222"/>
            <a:chOff x="0" y="0"/>
            <a:chExt cx="986910" cy="3369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56542" y="4263763"/>
            <a:ext cx="5553796" cy="1896222"/>
            <a:chOff x="0" y="0"/>
            <a:chExt cx="986910" cy="3369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07112" y="6672735"/>
            <a:ext cx="5553796" cy="1896222"/>
            <a:chOff x="0" y="0"/>
            <a:chExt cx="986910" cy="3369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56542" y="6534374"/>
            <a:ext cx="5553796" cy="1896222"/>
            <a:chOff x="0" y="0"/>
            <a:chExt cx="986910" cy="3369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11347" y="1747781"/>
            <a:ext cx="871537" cy="87153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43A2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Barabara"/>
                  <a:ea typeface="Barabara"/>
                  <a:cs typeface="Barabara"/>
                  <a:sym typeface="Barabara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11347" y="4025562"/>
            <a:ext cx="871537" cy="87153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43A2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Barabara"/>
                  <a:ea typeface="Barabara"/>
                  <a:cs typeface="Barabara"/>
                  <a:sym typeface="Barabara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11347" y="6298346"/>
            <a:ext cx="871537" cy="87153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43A2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Barabara"/>
                  <a:ea typeface="Barabara"/>
                  <a:cs typeface="Barabara"/>
                  <a:sym typeface="Barabara"/>
                </a:rPr>
                <a:t>3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-437565" y="4644163"/>
            <a:ext cx="5269557" cy="5819792"/>
          </a:xfrm>
          <a:custGeom>
            <a:avLst/>
            <a:gdLst/>
            <a:ahLst/>
            <a:cxnLst/>
            <a:rect l="l" t="t" r="r" b="b"/>
            <a:pathLst>
              <a:path w="5269557" h="5819792">
                <a:moveTo>
                  <a:pt x="0" y="0"/>
                </a:moveTo>
                <a:lnTo>
                  <a:pt x="5269557" y="0"/>
                </a:lnTo>
                <a:lnTo>
                  <a:pt x="5269557" y="5819792"/>
                </a:lnTo>
                <a:lnTo>
                  <a:pt x="0" y="5819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702865" y="1139768"/>
            <a:ext cx="6652554" cy="279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OUR </a:t>
            </a:r>
          </a:p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OBJECTIVE: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0915" y="2221540"/>
            <a:ext cx="4745051" cy="12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To evade the accident due to drowsiness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11484" y="4327981"/>
            <a:ext cx="4745051" cy="176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6"/>
              </a:lnSpc>
            </a:pPr>
            <a:r>
              <a:rPr lang="en-US" sz="3226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To Protect the Driver Community from Fatal Consequences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80594" y="6610290"/>
            <a:ext cx="4305693" cy="172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175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Prioritizing Affordability and Accessibility for Widespread Adoption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349"/>
            <a:ext cx="18534434" cy="10264651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87554" cy="3260617"/>
            </a:xfrm>
            <a:custGeom>
              <a:avLst/>
              <a:gdLst/>
              <a:ahLst/>
              <a:cxnLst/>
              <a:rect l="l" t="t" r="r" b="b"/>
              <a:pathLst>
                <a:path w="5887554" h="3260617">
                  <a:moveTo>
                    <a:pt x="5887554" y="36029"/>
                  </a:moveTo>
                  <a:lnTo>
                    <a:pt x="5887554" y="0"/>
                  </a:lnTo>
                  <a:lnTo>
                    <a:pt x="32528" y="0"/>
                  </a:lnTo>
                  <a:lnTo>
                    <a:pt x="32528" y="18014"/>
                  </a:lnTo>
                  <a:lnTo>
                    <a:pt x="0" y="18014"/>
                  </a:lnTo>
                  <a:lnTo>
                    <a:pt x="0" y="3260617"/>
                  </a:lnTo>
                  <a:lnTo>
                    <a:pt x="65056" y="3260617"/>
                  </a:lnTo>
                  <a:lnTo>
                    <a:pt x="65056" y="2630111"/>
                  </a:lnTo>
                  <a:lnTo>
                    <a:pt x="1171005" y="2630111"/>
                  </a:lnTo>
                  <a:lnTo>
                    <a:pt x="1171005" y="3260617"/>
                  </a:lnTo>
                  <a:lnTo>
                    <a:pt x="1236061" y="3260617"/>
                  </a:lnTo>
                  <a:lnTo>
                    <a:pt x="1236061" y="2630111"/>
                  </a:lnTo>
                  <a:lnTo>
                    <a:pt x="2342011" y="2630111"/>
                  </a:lnTo>
                  <a:lnTo>
                    <a:pt x="2342011" y="3260617"/>
                  </a:lnTo>
                  <a:lnTo>
                    <a:pt x="2407066" y="3260617"/>
                  </a:lnTo>
                  <a:lnTo>
                    <a:pt x="2407066" y="2630111"/>
                  </a:lnTo>
                  <a:lnTo>
                    <a:pt x="3513016" y="2630111"/>
                  </a:lnTo>
                  <a:lnTo>
                    <a:pt x="3513016" y="3260617"/>
                  </a:lnTo>
                  <a:lnTo>
                    <a:pt x="3578072" y="3260617"/>
                  </a:lnTo>
                  <a:lnTo>
                    <a:pt x="3578072" y="2630111"/>
                  </a:lnTo>
                  <a:lnTo>
                    <a:pt x="4684021" y="2630111"/>
                  </a:lnTo>
                  <a:lnTo>
                    <a:pt x="4684021" y="3260617"/>
                  </a:lnTo>
                  <a:lnTo>
                    <a:pt x="4749077" y="3260617"/>
                  </a:lnTo>
                  <a:lnTo>
                    <a:pt x="4749077" y="2630111"/>
                  </a:lnTo>
                  <a:lnTo>
                    <a:pt x="5887554" y="2630111"/>
                  </a:lnTo>
                  <a:lnTo>
                    <a:pt x="5887554" y="2594082"/>
                  </a:lnTo>
                  <a:lnTo>
                    <a:pt x="4749077" y="2594082"/>
                  </a:lnTo>
                  <a:lnTo>
                    <a:pt x="4749077" y="1981590"/>
                  </a:lnTo>
                  <a:lnTo>
                    <a:pt x="5887554" y="1981590"/>
                  </a:lnTo>
                  <a:lnTo>
                    <a:pt x="5887554" y="1945561"/>
                  </a:lnTo>
                  <a:lnTo>
                    <a:pt x="4749077" y="1945561"/>
                  </a:lnTo>
                  <a:lnTo>
                    <a:pt x="4749077" y="1333070"/>
                  </a:lnTo>
                  <a:lnTo>
                    <a:pt x="5887554" y="1333070"/>
                  </a:lnTo>
                  <a:lnTo>
                    <a:pt x="5887554" y="1297041"/>
                  </a:lnTo>
                  <a:lnTo>
                    <a:pt x="4749077" y="1297041"/>
                  </a:lnTo>
                  <a:lnTo>
                    <a:pt x="4749077" y="684549"/>
                  </a:lnTo>
                  <a:lnTo>
                    <a:pt x="5887554" y="684549"/>
                  </a:lnTo>
                  <a:lnTo>
                    <a:pt x="5887554" y="648520"/>
                  </a:lnTo>
                  <a:lnTo>
                    <a:pt x="4749077" y="648520"/>
                  </a:lnTo>
                  <a:lnTo>
                    <a:pt x="4749077" y="36029"/>
                  </a:lnTo>
                  <a:lnTo>
                    <a:pt x="5887554" y="36029"/>
                  </a:lnTo>
                  <a:close/>
                  <a:moveTo>
                    <a:pt x="1236061" y="648520"/>
                  </a:moveTo>
                  <a:lnTo>
                    <a:pt x="1236061" y="36029"/>
                  </a:lnTo>
                  <a:lnTo>
                    <a:pt x="2342011" y="36029"/>
                  </a:lnTo>
                  <a:lnTo>
                    <a:pt x="2342011" y="648520"/>
                  </a:lnTo>
                  <a:lnTo>
                    <a:pt x="1236061" y="648520"/>
                  </a:lnTo>
                  <a:close/>
                  <a:moveTo>
                    <a:pt x="2342011" y="684549"/>
                  </a:moveTo>
                  <a:lnTo>
                    <a:pt x="2342011" y="1297041"/>
                  </a:lnTo>
                  <a:lnTo>
                    <a:pt x="1236061" y="1297041"/>
                  </a:lnTo>
                  <a:lnTo>
                    <a:pt x="1236061" y="684549"/>
                  </a:lnTo>
                  <a:lnTo>
                    <a:pt x="2342011" y="684549"/>
                  </a:lnTo>
                  <a:close/>
                  <a:moveTo>
                    <a:pt x="1171005" y="648520"/>
                  </a:moveTo>
                  <a:lnTo>
                    <a:pt x="65056" y="648520"/>
                  </a:lnTo>
                  <a:lnTo>
                    <a:pt x="65056" y="36029"/>
                  </a:lnTo>
                  <a:lnTo>
                    <a:pt x="1171005" y="36029"/>
                  </a:lnTo>
                  <a:lnTo>
                    <a:pt x="1171005" y="648520"/>
                  </a:lnTo>
                  <a:close/>
                  <a:moveTo>
                    <a:pt x="1171005" y="684549"/>
                  </a:moveTo>
                  <a:lnTo>
                    <a:pt x="1171005" y="1297041"/>
                  </a:lnTo>
                  <a:lnTo>
                    <a:pt x="65056" y="1297041"/>
                  </a:lnTo>
                  <a:lnTo>
                    <a:pt x="65056" y="684549"/>
                  </a:lnTo>
                  <a:lnTo>
                    <a:pt x="1171005" y="684549"/>
                  </a:lnTo>
                  <a:close/>
                  <a:moveTo>
                    <a:pt x="1171005" y="1333070"/>
                  </a:moveTo>
                  <a:lnTo>
                    <a:pt x="1171005" y="1945561"/>
                  </a:lnTo>
                  <a:lnTo>
                    <a:pt x="65056" y="1945561"/>
                  </a:lnTo>
                  <a:lnTo>
                    <a:pt x="65056" y="1333070"/>
                  </a:lnTo>
                  <a:lnTo>
                    <a:pt x="1171005" y="1333070"/>
                  </a:lnTo>
                  <a:close/>
                  <a:moveTo>
                    <a:pt x="1236061" y="1333070"/>
                  </a:moveTo>
                  <a:lnTo>
                    <a:pt x="2342011" y="1333070"/>
                  </a:lnTo>
                  <a:lnTo>
                    <a:pt x="2342011" y="1945561"/>
                  </a:lnTo>
                  <a:lnTo>
                    <a:pt x="1236061" y="1945561"/>
                  </a:lnTo>
                  <a:lnTo>
                    <a:pt x="1236061" y="1333070"/>
                  </a:lnTo>
                  <a:close/>
                  <a:moveTo>
                    <a:pt x="2407066" y="1333070"/>
                  </a:moveTo>
                  <a:lnTo>
                    <a:pt x="3513016" y="1333070"/>
                  </a:lnTo>
                  <a:lnTo>
                    <a:pt x="3513016" y="1945561"/>
                  </a:lnTo>
                  <a:lnTo>
                    <a:pt x="2407066" y="1945561"/>
                  </a:lnTo>
                  <a:lnTo>
                    <a:pt x="2407066" y="1333070"/>
                  </a:lnTo>
                  <a:close/>
                  <a:moveTo>
                    <a:pt x="2407066" y="1297041"/>
                  </a:moveTo>
                  <a:lnTo>
                    <a:pt x="2407066" y="684549"/>
                  </a:lnTo>
                  <a:lnTo>
                    <a:pt x="3513016" y="684549"/>
                  </a:lnTo>
                  <a:lnTo>
                    <a:pt x="3513016" y="1297041"/>
                  </a:lnTo>
                  <a:lnTo>
                    <a:pt x="2407066" y="1297041"/>
                  </a:lnTo>
                  <a:close/>
                  <a:moveTo>
                    <a:pt x="2407066" y="648520"/>
                  </a:moveTo>
                  <a:lnTo>
                    <a:pt x="2407066" y="36029"/>
                  </a:lnTo>
                  <a:lnTo>
                    <a:pt x="3513016" y="36029"/>
                  </a:lnTo>
                  <a:lnTo>
                    <a:pt x="3513016" y="648520"/>
                  </a:lnTo>
                  <a:lnTo>
                    <a:pt x="2407066" y="648520"/>
                  </a:lnTo>
                  <a:close/>
                  <a:moveTo>
                    <a:pt x="65056" y="2594082"/>
                  </a:moveTo>
                  <a:lnTo>
                    <a:pt x="65056" y="1981590"/>
                  </a:lnTo>
                  <a:lnTo>
                    <a:pt x="1171005" y="1981590"/>
                  </a:lnTo>
                  <a:lnTo>
                    <a:pt x="1171005" y="2594082"/>
                  </a:lnTo>
                  <a:lnTo>
                    <a:pt x="65056" y="2594082"/>
                  </a:lnTo>
                  <a:close/>
                  <a:moveTo>
                    <a:pt x="1236061" y="2594082"/>
                  </a:moveTo>
                  <a:lnTo>
                    <a:pt x="1236061" y="1981590"/>
                  </a:lnTo>
                  <a:lnTo>
                    <a:pt x="2342011" y="1981590"/>
                  </a:lnTo>
                  <a:lnTo>
                    <a:pt x="2342011" y="2594082"/>
                  </a:lnTo>
                  <a:lnTo>
                    <a:pt x="1236061" y="2594082"/>
                  </a:lnTo>
                  <a:close/>
                  <a:moveTo>
                    <a:pt x="2407066" y="2594082"/>
                  </a:moveTo>
                  <a:lnTo>
                    <a:pt x="2407066" y="1981590"/>
                  </a:lnTo>
                  <a:lnTo>
                    <a:pt x="3513016" y="1981590"/>
                  </a:lnTo>
                  <a:lnTo>
                    <a:pt x="3513016" y="2594082"/>
                  </a:lnTo>
                  <a:lnTo>
                    <a:pt x="2407066" y="2594082"/>
                  </a:lnTo>
                  <a:close/>
                  <a:moveTo>
                    <a:pt x="4684021" y="2594082"/>
                  </a:moveTo>
                  <a:lnTo>
                    <a:pt x="3578072" y="2594082"/>
                  </a:lnTo>
                  <a:lnTo>
                    <a:pt x="3578072" y="1981590"/>
                  </a:lnTo>
                  <a:lnTo>
                    <a:pt x="4684021" y="1981590"/>
                  </a:lnTo>
                  <a:lnTo>
                    <a:pt x="4684021" y="2594082"/>
                  </a:lnTo>
                  <a:close/>
                  <a:moveTo>
                    <a:pt x="4684021" y="1945561"/>
                  </a:moveTo>
                  <a:lnTo>
                    <a:pt x="3578072" y="1945561"/>
                  </a:lnTo>
                  <a:lnTo>
                    <a:pt x="3578072" y="1333070"/>
                  </a:lnTo>
                  <a:lnTo>
                    <a:pt x="4684021" y="1333070"/>
                  </a:lnTo>
                  <a:lnTo>
                    <a:pt x="4684021" y="1945561"/>
                  </a:lnTo>
                  <a:close/>
                  <a:moveTo>
                    <a:pt x="4684021" y="1297041"/>
                  </a:moveTo>
                  <a:lnTo>
                    <a:pt x="3578072" y="1297041"/>
                  </a:lnTo>
                  <a:lnTo>
                    <a:pt x="3578072" y="684549"/>
                  </a:lnTo>
                  <a:lnTo>
                    <a:pt x="4684021" y="684549"/>
                  </a:lnTo>
                  <a:lnTo>
                    <a:pt x="4684021" y="1297041"/>
                  </a:lnTo>
                  <a:close/>
                  <a:moveTo>
                    <a:pt x="4684021" y="648520"/>
                  </a:moveTo>
                  <a:lnTo>
                    <a:pt x="3578072" y="648520"/>
                  </a:lnTo>
                  <a:lnTo>
                    <a:pt x="3578072" y="36029"/>
                  </a:lnTo>
                  <a:lnTo>
                    <a:pt x="4684021" y="36029"/>
                  </a:lnTo>
                  <a:lnTo>
                    <a:pt x="4684021" y="648520"/>
                  </a:lnTo>
                  <a:close/>
                </a:path>
              </a:pathLst>
            </a:custGeom>
            <a:solidFill>
              <a:srgbClr val="F4DCEF"/>
            </a:solidFill>
          </p:spPr>
        </p:sp>
      </p:grpSp>
      <p:sp>
        <p:nvSpPr>
          <p:cNvPr id="4" name="Freeform 4"/>
          <p:cNvSpPr/>
          <p:nvPr/>
        </p:nvSpPr>
        <p:spPr>
          <a:xfrm rot="308972" flipH="1">
            <a:off x="9370150" y="3790743"/>
            <a:ext cx="9389135" cy="5461466"/>
          </a:xfrm>
          <a:custGeom>
            <a:avLst/>
            <a:gdLst/>
            <a:ahLst/>
            <a:cxnLst/>
            <a:rect l="l" t="t" r="r" b="b"/>
            <a:pathLst>
              <a:path w="9389135" h="5461466">
                <a:moveTo>
                  <a:pt x="9389135" y="0"/>
                </a:moveTo>
                <a:lnTo>
                  <a:pt x="0" y="0"/>
                </a:lnTo>
                <a:lnTo>
                  <a:pt x="0" y="5461467"/>
                </a:lnTo>
                <a:lnTo>
                  <a:pt x="9389135" y="5461467"/>
                </a:lnTo>
                <a:lnTo>
                  <a:pt x="938913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28725" y="1268474"/>
            <a:ext cx="11315700" cy="1771650"/>
            <a:chOff x="0" y="0"/>
            <a:chExt cx="2980267" cy="4666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0267" cy="466607"/>
            </a:xfrm>
            <a:custGeom>
              <a:avLst/>
              <a:gdLst/>
              <a:ahLst/>
              <a:cxnLst/>
              <a:rect l="l" t="t" r="r" b="b"/>
              <a:pathLst>
                <a:path w="2980267" h="466607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431714"/>
                  </a:lnTo>
                  <a:cubicBezTo>
                    <a:pt x="2980267" y="450985"/>
                    <a:pt x="2964645" y="466607"/>
                    <a:pt x="2945374" y="466607"/>
                  </a:cubicBezTo>
                  <a:lnTo>
                    <a:pt x="34893" y="466607"/>
                  </a:lnTo>
                  <a:cubicBezTo>
                    <a:pt x="15622" y="466607"/>
                    <a:pt x="0" y="450985"/>
                    <a:pt x="0" y="431714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5271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980267" cy="523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11315700" cy="1771650"/>
            <a:chOff x="0" y="0"/>
            <a:chExt cx="2980267" cy="4666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80267" cy="466607"/>
            </a:xfrm>
            <a:custGeom>
              <a:avLst/>
              <a:gdLst/>
              <a:ahLst/>
              <a:cxnLst/>
              <a:rect l="l" t="t" r="r" b="b"/>
              <a:pathLst>
                <a:path w="2980267" h="466607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431714"/>
                  </a:lnTo>
                  <a:cubicBezTo>
                    <a:pt x="2980267" y="450985"/>
                    <a:pt x="2964645" y="466607"/>
                    <a:pt x="2945374" y="466607"/>
                  </a:cubicBezTo>
                  <a:lnTo>
                    <a:pt x="34893" y="466607"/>
                  </a:lnTo>
                  <a:cubicBezTo>
                    <a:pt x="15622" y="466607"/>
                    <a:pt x="0" y="450985"/>
                    <a:pt x="0" y="431714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980267" cy="523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28725" y="3524250"/>
            <a:ext cx="11315700" cy="6138301"/>
            <a:chOff x="0" y="0"/>
            <a:chExt cx="2980267" cy="1616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80267" cy="1616672"/>
            </a:xfrm>
            <a:custGeom>
              <a:avLst/>
              <a:gdLst/>
              <a:ahLst/>
              <a:cxnLst/>
              <a:rect l="l" t="t" r="r" b="b"/>
              <a:pathLst>
                <a:path w="2980267" h="1616672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1581779"/>
                  </a:lnTo>
                  <a:cubicBezTo>
                    <a:pt x="2980267" y="1601050"/>
                    <a:pt x="2964645" y="1616672"/>
                    <a:pt x="2945374" y="1616672"/>
                  </a:cubicBezTo>
                  <a:lnTo>
                    <a:pt x="34893" y="1616672"/>
                  </a:lnTo>
                  <a:cubicBezTo>
                    <a:pt x="15622" y="1616672"/>
                    <a:pt x="0" y="1601050"/>
                    <a:pt x="0" y="1581779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5271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980267" cy="1673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8212" y="3262312"/>
            <a:ext cx="11315700" cy="6138301"/>
            <a:chOff x="0" y="0"/>
            <a:chExt cx="2980267" cy="1616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80267" cy="1616672"/>
            </a:xfrm>
            <a:custGeom>
              <a:avLst/>
              <a:gdLst/>
              <a:ahLst/>
              <a:cxnLst/>
              <a:rect l="l" t="t" r="r" b="b"/>
              <a:pathLst>
                <a:path w="2980267" h="1616672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1581779"/>
                  </a:lnTo>
                  <a:cubicBezTo>
                    <a:pt x="2980267" y="1601050"/>
                    <a:pt x="2964645" y="1616672"/>
                    <a:pt x="2945374" y="1616672"/>
                  </a:cubicBezTo>
                  <a:lnTo>
                    <a:pt x="34893" y="1616672"/>
                  </a:lnTo>
                  <a:cubicBezTo>
                    <a:pt x="15622" y="1616672"/>
                    <a:pt x="0" y="1601050"/>
                    <a:pt x="0" y="1581779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980267" cy="1673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690953" y="3380402"/>
            <a:ext cx="9578311" cy="5877898"/>
          </a:xfrm>
          <a:custGeom>
            <a:avLst/>
            <a:gdLst/>
            <a:ahLst/>
            <a:cxnLst/>
            <a:rect l="l" t="t" r="r" b="b"/>
            <a:pathLst>
              <a:path w="9578311" h="5877898">
                <a:moveTo>
                  <a:pt x="0" y="0"/>
                </a:moveTo>
                <a:lnTo>
                  <a:pt x="9578312" y="0"/>
                </a:lnTo>
                <a:lnTo>
                  <a:pt x="9578312" y="5877898"/>
                </a:lnTo>
                <a:lnTo>
                  <a:pt x="0" y="5877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235" t="-29605" r="-14980" b="-18168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9690" y="1260475"/>
            <a:ext cx="10233720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prototype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D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012" y="4014788"/>
            <a:ext cx="5243512" cy="5243512"/>
          </a:xfrm>
          <a:custGeom>
            <a:avLst/>
            <a:gdLst/>
            <a:ahLst/>
            <a:cxnLst/>
            <a:rect l="l" t="t" r="r" b="b"/>
            <a:pathLst>
              <a:path w="5243512" h="5243512">
                <a:moveTo>
                  <a:pt x="0" y="0"/>
                </a:moveTo>
                <a:lnTo>
                  <a:pt x="5243512" y="0"/>
                </a:lnTo>
                <a:lnTo>
                  <a:pt x="5243512" y="5243512"/>
                </a:lnTo>
                <a:lnTo>
                  <a:pt x="0" y="524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00212" y="2971800"/>
            <a:ext cx="6657975" cy="4071938"/>
            <a:chOff x="0" y="0"/>
            <a:chExt cx="1753541" cy="1072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2562" y="2738438"/>
            <a:ext cx="6657975" cy="4071938"/>
            <a:chOff x="0" y="0"/>
            <a:chExt cx="1753541" cy="10724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735638" y="7043738"/>
            <a:ext cx="5882755" cy="5412135"/>
          </a:xfrm>
          <a:custGeom>
            <a:avLst/>
            <a:gdLst/>
            <a:ahLst/>
            <a:cxnLst/>
            <a:rect l="l" t="t" r="r" b="b"/>
            <a:pathLst>
              <a:path w="5882755" h="5412135">
                <a:moveTo>
                  <a:pt x="0" y="0"/>
                </a:moveTo>
                <a:lnTo>
                  <a:pt x="5882756" y="0"/>
                </a:lnTo>
                <a:lnTo>
                  <a:pt x="5882756" y="5412134"/>
                </a:lnTo>
                <a:lnTo>
                  <a:pt x="0" y="5412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526944" y="199897"/>
            <a:ext cx="9316476" cy="1008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8831" lvl="1" indent="-449415" algn="l">
              <a:lnSpc>
                <a:spcPts val="10074"/>
              </a:lnSpc>
              <a:buFont typeface="Arial"/>
              <a:buChar char="•"/>
            </a:pPr>
            <a:r>
              <a:rPr lang="en-US" sz="4163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Insufficient knowledg</a:t>
            </a:r>
            <a:r>
              <a:rPr lang="en-US" sz="4163" b="1" u="non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</a:t>
            </a:r>
            <a:r>
              <a:rPr lang="en-US" sz="4163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among the driver's community , In general as well.</a:t>
            </a:r>
          </a:p>
          <a:p>
            <a:pPr algn="l">
              <a:lnSpc>
                <a:spcPts val="10074"/>
              </a:lnSpc>
            </a:pPr>
            <a:r>
              <a:rPr lang="en-US" sz="4163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</a:t>
            </a:r>
          </a:p>
          <a:p>
            <a:pPr marL="898831" lvl="1" indent="-449415" algn="l">
              <a:lnSpc>
                <a:spcPts val="10074"/>
              </a:lnSpc>
              <a:buFont typeface="Arial"/>
              <a:buChar char="•"/>
            </a:pPr>
            <a:r>
              <a:rPr lang="en-US" sz="4163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Unaffordability. </a:t>
            </a:r>
          </a:p>
          <a:p>
            <a:pPr algn="l">
              <a:lnSpc>
                <a:spcPts val="10074"/>
              </a:lnSpc>
            </a:pPr>
            <a:endParaRPr lang="en-US" sz="4163" b="1">
              <a:solidFill>
                <a:srgbClr val="000000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marL="898831" lvl="1" indent="-449415" algn="l">
              <a:lnSpc>
                <a:spcPts val="10074"/>
              </a:lnSpc>
              <a:buFont typeface="Arial"/>
              <a:buChar char="•"/>
            </a:pPr>
            <a:r>
              <a:rPr lang="en-US" sz="4163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lack of availability </a:t>
            </a:r>
          </a:p>
          <a:p>
            <a:pPr algn="l">
              <a:lnSpc>
                <a:spcPts val="10074"/>
              </a:lnSpc>
            </a:pPr>
            <a:endParaRPr lang="en-US" sz="4163" b="1">
              <a:solidFill>
                <a:srgbClr val="000000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29246" y="3491706"/>
            <a:ext cx="5904607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GAP </a:t>
            </a:r>
          </a:p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ANALYSIS: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44500" y="-100012"/>
            <a:ext cx="5243512" cy="5243512"/>
          </a:xfrm>
          <a:custGeom>
            <a:avLst/>
            <a:gdLst/>
            <a:ahLst/>
            <a:cxnLst/>
            <a:rect l="l" t="t" r="r" b="b"/>
            <a:pathLst>
              <a:path w="5243512" h="5243512">
                <a:moveTo>
                  <a:pt x="0" y="0"/>
                </a:moveTo>
                <a:lnTo>
                  <a:pt x="5243512" y="0"/>
                </a:lnTo>
                <a:lnTo>
                  <a:pt x="5243512" y="5243512"/>
                </a:lnTo>
                <a:lnTo>
                  <a:pt x="0" y="524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301288" y="3052762"/>
            <a:ext cx="6657975" cy="4071938"/>
            <a:chOff x="0" y="0"/>
            <a:chExt cx="1753541" cy="1072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3638" y="2819400"/>
            <a:ext cx="6657975" cy="4071938"/>
            <a:chOff x="0" y="0"/>
            <a:chExt cx="1753541" cy="10724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980228" y="6172200"/>
            <a:ext cx="5300094" cy="4114800"/>
          </a:xfrm>
          <a:custGeom>
            <a:avLst/>
            <a:gdLst/>
            <a:ahLst/>
            <a:cxnLst/>
            <a:rect l="l" t="t" r="r" b="b"/>
            <a:pathLst>
              <a:path w="5300094" h="4114800">
                <a:moveTo>
                  <a:pt x="0" y="0"/>
                </a:moveTo>
                <a:lnTo>
                  <a:pt x="5300094" y="0"/>
                </a:lnTo>
                <a:lnTo>
                  <a:pt x="53000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588220" y="3253830"/>
            <a:ext cx="5588811" cy="291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sz="5554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Queries</a:t>
            </a:r>
          </a:p>
          <a:p>
            <a:pPr algn="ctr">
              <a:lnSpc>
                <a:spcPts val="7776"/>
              </a:lnSpc>
            </a:pPr>
            <a:r>
              <a:rPr lang="en-US" sz="5554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+</a:t>
            </a:r>
          </a:p>
          <a:p>
            <a:pPr algn="ctr">
              <a:lnSpc>
                <a:spcPts val="7776"/>
              </a:lnSpc>
            </a:pPr>
            <a:r>
              <a:rPr lang="en-US" sz="5554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sol’n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43644" y="1573633"/>
            <a:ext cx="5553796" cy="1896222"/>
            <a:chOff x="0" y="0"/>
            <a:chExt cx="986910" cy="3369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246047"/>
            <a:ext cx="5553796" cy="1896222"/>
            <a:chOff x="0" y="0"/>
            <a:chExt cx="986910" cy="3369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3644" y="4765402"/>
            <a:ext cx="5553796" cy="1896222"/>
            <a:chOff x="0" y="0"/>
            <a:chExt cx="986910" cy="3369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43644" y="8071324"/>
            <a:ext cx="5553796" cy="1896222"/>
            <a:chOff x="0" y="0"/>
            <a:chExt cx="986910" cy="33695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4551969"/>
            <a:ext cx="5553796" cy="1896222"/>
            <a:chOff x="0" y="0"/>
            <a:chExt cx="986910" cy="33695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7747474"/>
            <a:ext cx="5553796" cy="1896222"/>
            <a:chOff x="0" y="0"/>
            <a:chExt cx="986910" cy="3369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6910" cy="336959"/>
            </a:xfrm>
            <a:custGeom>
              <a:avLst/>
              <a:gdLst/>
              <a:ahLst/>
              <a:cxnLst/>
              <a:rect l="l" t="t" r="r" b="b"/>
              <a:pathLst>
                <a:path w="986910" h="336959">
                  <a:moveTo>
                    <a:pt x="29274" y="0"/>
                  </a:moveTo>
                  <a:lnTo>
                    <a:pt x="957636" y="0"/>
                  </a:lnTo>
                  <a:cubicBezTo>
                    <a:pt x="973804" y="0"/>
                    <a:pt x="986910" y="13106"/>
                    <a:pt x="986910" y="29274"/>
                  </a:cubicBezTo>
                  <a:lnTo>
                    <a:pt x="986910" y="307685"/>
                  </a:lnTo>
                  <a:cubicBezTo>
                    <a:pt x="986910" y="323852"/>
                    <a:pt x="973804" y="336959"/>
                    <a:pt x="957636" y="336959"/>
                  </a:cubicBezTo>
                  <a:lnTo>
                    <a:pt x="29274" y="336959"/>
                  </a:lnTo>
                  <a:cubicBezTo>
                    <a:pt x="13106" y="336959"/>
                    <a:pt x="0" y="323852"/>
                    <a:pt x="0" y="307685"/>
                  </a:cubicBezTo>
                  <a:lnTo>
                    <a:pt x="0" y="29274"/>
                  </a:lnTo>
                  <a:cubicBezTo>
                    <a:pt x="0" y="13106"/>
                    <a:pt x="13106" y="0"/>
                    <a:pt x="2927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986910" cy="346484"/>
            </a:xfrm>
            <a:prstGeom prst="rect">
              <a:avLst/>
            </a:prstGeom>
          </p:spPr>
          <p:txBody>
            <a:bodyPr lIns="28459" tIns="28459" rIns="28459" bIns="28459" rtlCol="0" anchor="ctr"/>
            <a:lstStyle/>
            <a:p>
              <a:pPr algn="ctr">
                <a:lnSpc>
                  <a:spcPts val="109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28700" y="1585835"/>
            <a:ext cx="5553796" cy="98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Q1: Obstructing the Vision due to the models structure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5992" y="5029200"/>
            <a:ext cx="6059212" cy="55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Q2: How long is it Durable?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6172" y="8082653"/>
            <a:ext cx="5238852" cy="57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037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Q3: How is it Unique?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D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012" y="4014788"/>
            <a:ext cx="5243512" cy="5243512"/>
          </a:xfrm>
          <a:custGeom>
            <a:avLst/>
            <a:gdLst/>
            <a:ahLst/>
            <a:cxnLst/>
            <a:rect l="l" t="t" r="r" b="b"/>
            <a:pathLst>
              <a:path w="5243512" h="5243512">
                <a:moveTo>
                  <a:pt x="0" y="0"/>
                </a:moveTo>
                <a:lnTo>
                  <a:pt x="5243512" y="0"/>
                </a:lnTo>
                <a:lnTo>
                  <a:pt x="5243512" y="5243512"/>
                </a:lnTo>
                <a:lnTo>
                  <a:pt x="0" y="524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00212" y="2971800"/>
            <a:ext cx="6657975" cy="4071938"/>
            <a:chOff x="0" y="0"/>
            <a:chExt cx="1753541" cy="1072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2562" y="2738438"/>
            <a:ext cx="6657975" cy="4071938"/>
            <a:chOff x="0" y="0"/>
            <a:chExt cx="1753541" cy="10724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546007" y="5803544"/>
            <a:ext cx="6492438" cy="5607844"/>
          </a:xfrm>
          <a:custGeom>
            <a:avLst/>
            <a:gdLst/>
            <a:ahLst/>
            <a:cxnLst/>
            <a:rect l="l" t="t" r="r" b="b"/>
            <a:pathLst>
              <a:path w="6492438" h="5607844">
                <a:moveTo>
                  <a:pt x="0" y="0"/>
                </a:moveTo>
                <a:lnTo>
                  <a:pt x="6492439" y="0"/>
                </a:lnTo>
                <a:lnTo>
                  <a:pt x="6492439" y="5607844"/>
                </a:lnTo>
                <a:lnTo>
                  <a:pt x="0" y="56078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29246" y="2857500"/>
            <a:ext cx="5695633" cy="2946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77"/>
              </a:lnSpc>
            </a:pPr>
            <a:r>
              <a:rPr lang="en-US" sz="6269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UP-</a:t>
            </a:r>
          </a:p>
          <a:p>
            <a:pPr algn="ctr">
              <a:lnSpc>
                <a:spcPts val="10972"/>
              </a:lnSpc>
            </a:pPr>
            <a:r>
              <a:rPr lang="en-US" sz="6269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GRADE</a:t>
            </a:r>
          </a:p>
          <a:p>
            <a:pPr algn="ctr">
              <a:lnSpc>
                <a:spcPts val="3511"/>
              </a:lnSpc>
            </a:pPr>
            <a:r>
              <a:rPr lang="en-US" sz="2508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(LEVELING UP THE ACCURACY 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58188" y="56518"/>
            <a:ext cx="9674614" cy="971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5182" lvl="1" indent="-407591" algn="l">
              <a:lnSpc>
                <a:spcPts val="8570"/>
              </a:lnSpc>
              <a:buFont typeface="Arial"/>
              <a:buChar char="•"/>
            </a:pPr>
            <a:r>
              <a:rPr lang="en-US" sz="3775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Component Optimization</a:t>
            </a:r>
            <a:r>
              <a:rPr lang="en-US" sz="377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Placing the module slightly adjacent in order to avoid vision blockage.</a:t>
            </a:r>
          </a:p>
          <a:p>
            <a:pPr marL="815182" lvl="1" indent="-407591" algn="l">
              <a:lnSpc>
                <a:spcPts val="8570"/>
              </a:lnSpc>
              <a:buFont typeface="Arial"/>
              <a:buChar char="•"/>
            </a:pPr>
            <a:r>
              <a:rPr lang="en-US" sz="3775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Cost effective</a:t>
            </a:r>
            <a:r>
              <a:rPr lang="en-US" sz="377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Using required compact size components with low power consumption .</a:t>
            </a:r>
          </a:p>
          <a:p>
            <a:pPr marL="815182" lvl="1" indent="-407591" algn="l">
              <a:lnSpc>
                <a:spcPts val="8570"/>
              </a:lnSpc>
              <a:buFont typeface="Arial"/>
              <a:buChar char="•"/>
            </a:pPr>
            <a:r>
              <a:rPr lang="en-US" sz="3775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Compact in size</a:t>
            </a:r>
            <a:r>
              <a:rPr lang="en-US" sz="377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- Attemp to SMD </a:t>
            </a:r>
          </a:p>
          <a:p>
            <a:pPr marL="815182" lvl="1" indent="-407591" algn="l">
              <a:lnSpc>
                <a:spcPts val="8570"/>
              </a:lnSpc>
              <a:buFont typeface="Arial"/>
              <a:buChar char="•"/>
            </a:pPr>
            <a:r>
              <a:rPr lang="en-US" sz="3775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Understanding Requirement</a:t>
            </a:r>
            <a:r>
              <a:rPr lang="en-US" sz="377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providing SOS System and required functions.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D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012" y="4014788"/>
            <a:ext cx="5243512" cy="5243512"/>
          </a:xfrm>
          <a:custGeom>
            <a:avLst/>
            <a:gdLst/>
            <a:ahLst/>
            <a:cxnLst/>
            <a:rect l="l" t="t" r="r" b="b"/>
            <a:pathLst>
              <a:path w="5243512" h="5243512">
                <a:moveTo>
                  <a:pt x="0" y="0"/>
                </a:moveTo>
                <a:lnTo>
                  <a:pt x="5243512" y="0"/>
                </a:lnTo>
                <a:lnTo>
                  <a:pt x="5243512" y="5243512"/>
                </a:lnTo>
                <a:lnTo>
                  <a:pt x="0" y="5243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00212" y="2971800"/>
            <a:ext cx="6657975" cy="4071938"/>
            <a:chOff x="0" y="0"/>
            <a:chExt cx="1753541" cy="10724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6DC69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2562" y="2738438"/>
            <a:ext cx="6657975" cy="4071938"/>
            <a:chOff x="0" y="0"/>
            <a:chExt cx="1753541" cy="10724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3541" cy="1072444"/>
            </a:xfrm>
            <a:custGeom>
              <a:avLst/>
              <a:gdLst/>
              <a:ahLst/>
              <a:cxnLst/>
              <a:rect l="l" t="t" r="r" b="b"/>
              <a:pathLst>
                <a:path w="1753541" h="1072444">
                  <a:moveTo>
                    <a:pt x="59303" y="0"/>
                  </a:moveTo>
                  <a:lnTo>
                    <a:pt x="1694238" y="0"/>
                  </a:lnTo>
                  <a:cubicBezTo>
                    <a:pt x="1726990" y="0"/>
                    <a:pt x="1753541" y="26551"/>
                    <a:pt x="1753541" y="59303"/>
                  </a:cubicBezTo>
                  <a:lnTo>
                    <a:pt x="1753541" y="1013141"/>
                  </a:lnTo>
                  <a:cubicBezTo>
                    <a:pt x="1753541" y="1045894"/>
                    <a:pt x="1726990" y="1072444"/>
                    <a:pt x="1694238" y="1072444"/>
                  </a:cubicBezTo>
                  <a:lnTo>
                    <a:pt x="59303" y="1072444"/>
                  </a:lnTo>
                  <a:cubicBezTo>
                    <a:pt x="26551" y="1072444"/>
                    <a:pt x="0" y="1045894"/>
                    <a:pt x="0" y="1013141"/>
                  </a:cubicBezTo>
                  <a:lnTo>
                    <a:pt x="0" y="59303"/>
                  </a:lnTo>
                  <a:cubicBezTo>
                    <a:pt x="0" y="26551"/>
                    <a:pt x="26551" y="0"/>
                    <a:pt x="593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53541" cy="112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1488238">
            <a:off x="-104157" y="6682903"/>
            <a:ext cx="3866807" cy="4381651"/>
          </a:xfrm>
          <a:custGeom>
            <a:avLst/>
            <a:gdLst/>
            <a:ahLst/>
            <a:cxnLst/>
            <a:rect l="l" t="t" r="r" b="b"/>
            <a:pathLst>
              <a:path w="3866807" h="4381651">
                <a:moveTo>
                  <a:pt x="0" y="0"/>
                </a:moveTo>
                <a:lnTo>
                  <a:pt x="3866807" y="0"/>
                </a:lnTo>
                <a:lnTo>
                  <a:pt x="3866807" y="4381651"/>
                </a:lnTo>
                <a:lnTo>
                  <a:pt x="0" y="4381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30596" y="121698"/>
            <a:ext cx="9321058" cy="1016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758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Components used:</a:t>
            </a:r>
          </a:p>
          <a:p>
            <a:pPr marL="595647" lvl="1" indent="-297824" algn="l">
              <a:lnSpc>
                <a:spcPts val="5131"/>
              </a:lnSpc>
              <a:buFont typeface="Arial"/>
              <a:buChar char="•"/>
            </a:pPr>
            <a:r>
              <a:rPr lang="en-US" sz="275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ATtiny402 Microcontroller at the center.</a:t>
            </a:r>
          </a:p>
          <a:p>
            <a:pPr algn="l">
              <a:lnSpc>
                <a:spcPts val="5131"/>
              </a:lnSpc>
            </a:pPr>
            <a:endParaRPr lang="en-US" sz="2758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595647" lvl="1" indent="-297824" algn="l">
              <a:lnSpc>
                <a:spcPts val="5131"/>
              </a:lnSpc>
              <a:buFont typeface="Arial"/>
              <a:buChar char="•"/>
            </a:pPr>
            <a:r>
              <a:rPr lang="en-US" sz="275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IR Sensor (STHS34PF80) connected to the input pins of the ATtiny402.</a:t>
            </a:r>
          </a:p>
          <a:p>
            <a:pPr algn="l">
              <a:lnSpc>
                <a:spcPts val="5131"/>
              </a:lnSpc>
            </a:pPr>
            <a:endParaRPr lang="en-US" sz="2758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595647" lvl="1" indent="-297824" algn="l">
              <a:lnSpc>
                <a:spcPts val="5131"/>
              </a:lnSpc>
              <a:buFont typeface="Arial"/>
              <a:buChar char="•"/>
            </a:pPr>
            <a:r>
              <a:rPr lang="en-US" sz="275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CR2032 Battery providing power to the ATtiny402 and other components.</a:t>
            </a:r>
          </a:p>
          <a:p>
            <a:pPr algn="l">
              <a:lnSpc>
                <a:spcPts val="5131"/>
              </a:lnSpc>
            </a:pPr>
            <a:endParaRPr lang="en-US" sz="2758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595647" lvl="1" indent="-297824" algn="l">
              <a:lnSpc>
                <a:spcPts val="5131"/>
              </a:lnSpc>
              <a:buFont typeface="Arial"/>
              <a:buChar char="•"/>
            </a:pPr>
            <a:r>
              <a:rPr lang="en-US" sz="275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Vibrating Motor (V26DH2B1501852) connected via a Transistor System for control.</a:t>
            </a:r>
          </a:p>
          <a:p>
            <a:pPr algn="l">
              <a:lnSpc>
                <a:spcPts val="5131"/>
              </a:lnSpc>
            </a:pPr>
            <a:endParaRPr lang="en-US" sz="2758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595647" lvl="1" indent="-297824" algn="l">
              <a:lnSpc>
                <a:spcPts val="5131"/>
              </a:lnSpc>
              <a:buFont typeface="Arial"/>
              <a:buChar char="•"/>
            </a:pPr>
            <a:r>
              <a:rPr lang="en-US" sz="275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nRF24L01 Module connected for communication output.</a:t>
            </a:r>
          </a:p>
          <a:p>
            <a:pPr algn="l">
              <a:lnSpc>
                <a:spcPts val="5131"/>
              </a:lnSpc>
            </a:pPr>
            <a:endParaRPr lang="en-US" sz="2758" dirty="0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marL="595647" lvl="1" indent="-297824" algn="l">
              <a:lnSpc>
                <a:spcPts val="5131"/>
              </a:lnSpc>
              <a:buFont typeface="Arial"/>
              <a:buChar char="•"/>
            </a:pPr>
            <a:r>
              <a:rPr lang="en-US" sz="2758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ADXL335 Accelerometer connected to the ATtiny402 for motion sensing.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29246" y="3491706"/>
            <a:ext cx="5904607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STRUCTURE </a:t>
            </a:r>
          </a:p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217089" y="334291"/>
            <a:ext cx="13853822" cy="1150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65"/>
              </a:lnSpc>
            </a:pPr>
            <a:r>
              <a:rPr lang="en-US" sz="6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Schematic Updated Structure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E3C80-215C-760D-BEC4-2E1E20719C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960" y="1430465"/>
            <a:ext cx="9586080" cy="85095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98958" y="373697"/>
            <a:ext cx="13690084" cy="1599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109"/>
              </a:lnSpc>
              <a:spcBef>
                <a:spcPct val="0"/>
              </a:spcBef>
            </a:pPr>
            <a:r>
              <a:rPr lang="en-US" sz="9364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costing 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9163050" y="2766060"/>
            <a:ext cx="0" cy="64922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2068886" y="2213610"/>
            <a:ext cx="5033248" cy="102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59"/>
              </a:lnSpc>
              <a:spcBef>
                <a:spcPct val="0"/>
              </a:spcBef>
            </a:pPr>
            <a:r>
              <a:rPr lang="en-US" sz="5399" b="1">
                <a:solidFill>
                  <a:srgbClr val="00BF63"/>
                </a:solidFill>
                <a:latin typeface="Futura Bold"/>
                <a:ea typeface="Futura Bold"/>
                <a:cs typeface="Futura Bold"/>
                <a:sym typeface="Futura Bold"/>
              </a:rPr>
              <a:t>Initial Porototype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09952" y="2213610"/>
            <a:ext cx="5560576" cy="102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59"/>
              </a:lnSpc>
              <a:spcBef>
                <a:spcPct val="0"/>
              </a:spcBef>
            </a:pPr>
            <a:r>
              <a:rPr lang="en-US" sz="5399" b="1">
                <a:solidFill>
                  <a:srgbClr val="384AE0"/>
                </a:solidFill>
                <a:latin typeface="Futura Bold"/>
                <a:ea typeface="Futura Bold"/>
                <a:cs typeface="Futura Bold"/>
                <a:sym typeface="Futura Bold"/>
              </a:rPr>
              <a:t>Updated Prototype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16383" y="3423285"/>
            <a:ext cx="4585752" cy="646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Arduino nano – 265 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RF Module – 220 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ICHT12e – 40 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ICHT12d-40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3.7v battery – 130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IR sensor Module- 60 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Wire- 30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Button-10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Frame- 100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Led- 4</a:t>
            </a:r>
          </a:p>
          <a:p>
            <a:pPr algn="l">
              <a:lnSpc>
                <a:spcPts val="4614"/>
              </a:lnSpc>
              <a:spcBef>
                <a:spcPct val="0"/>
              </a:spcBef>
            </a:pPr>
            <a:r>
              <a:rPr lang="en-US" sz="329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Total:954inr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09952" y="3571876"/>
            <a:ext cx="7978048" cy="613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1854" lvl="1" indent="-330927" algn="l">
              <a:lnSpc>
                <a:spcPts val="4291"/>
              </a:lnSpc>
              <a:buAutoNum type="arabicPeriod"/>
            </a:pPr>
            <a:r>
              <a:rPr lang="en-US" sz="30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ATtiny 402 Microcontroller ₹35 per unit</a:t>
            </a:r>
          </a:p>
          <a:p>
            <a:pPr marL="618675" lvl="1" indent="-309337" algn="l">
              <a:lnSpc>
                <a:spcPts val="4011"/>
              </a:lnSpc>
              <a:buAutoNum type="arabicPeriod"/>
            </a:pPr>
            <a:r>
              <a:rPr lang="en-US" sz="28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STHS34PF80 IR Sensor ₹270 per unit</a:t>
            </a:r>
          </a:p>
          <a:p>
            <a:pPr marL="618675" lvl="1" indent="-309337" algn="l">
              <a:lnSpc>
                <a:spcPts val="4011"/>
              </a:lnSpc>
              <a:buAutoNum type="arabicPeriod"/>
            </a:pPr>
            <a:r>
              <a:rPr lang="en-US" sz="28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CR2302 Battery ₹8 per unit</a:t>
            </a:r>
          </a:p>
          <a:p>
            <a:pPr marL="618675" lvl="1" indent="-309337" algn="l">
              <a:lnSpc>
                <a:spcPts val="4011"/>
              </a:lnSpc>
              <a:buAutoNum type="arabicPeriod"/>
            </a:pPr>
            <a:r>
              <a:rPr lang="en-US" sz="28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V26DH2B1501852 Motor Vibrator₹120 per unit</a:t>
            </a:r>
          </a:p>
          <a:p>
            <a:pPr marL="618675" lvl="1" indent="-309337" algn="l">
              <a:lnSpc>
                <a:spcPts val="4011"/>
              </a:lnSpc>
              <a:buAutoNum type="arabicPeriod"/>
            </a:pPr>
            <a:r>
              <a:rPr lang="en-US" sz="28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Transistor System ₹4 per unit</a:t>
            </a:r>
          </a:p>
          <a:p>
            <a:pPr marL="618675" lvl="1" indent="-309337" algn="l">
              <a:lnSpc>
                <a:spcPts val="4011"/>
              </a:lnSpc>
              <a:buAutoNum type="arabicPeriod"/>
            </a:pPr>
            <a:r>
              <a:rPr lang="en-US" sz="28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NRF24L01 Radio Communication M₹120 per unit</a:t>
            </a:r>
          </a:p>
          <a:p>
            <a:pPr marL="618675" lvl="1" indent="-309337" algn="l">
              <a:lnSpc>
                <a:spcPts val="4011"/>
              </a:lnSpc>
              <a:buAutoNum type="arabicPeriod"/>
            </a:pPr>
            <a:r>
              <a:rPr lang="en-US" sz="28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ADXL335 Accelerometer ₹350 per unit</a:t>
            </a:r>
          </a:p>
          <a:p>
            <a:pPr algn="l">
              <a:lnSpc>
                <a:spcPts val="4011"/>
              </a:lnSpc>
            </a:pPr>
            <a:endParaRPr lang="en-US" sz="2865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  <a:p>
            <a:pPr algn="l">
              <a:lnSpc>
                <a:spcPts val="4011"/>
              </a:lnSpc>
            </a:pPr>
            <a:r>
              <a:rPr lang="en-US" sz="2865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Total: ₹907</a:t>
            </a:r>
          </a:p>
          <a:p>
            <a:pPr algn="l">
              <a:lnSpc>
                <a:spcPts val="4011"/>
              </a:lnSpc>
              <a:spcBef>
                <a:spcPct val="0"/>
              </a:spcBef>
            </a:pPr>
            <a:endParaRPr lang="en-US" sz="2865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2349"/>
            <a:ext cx="18534434" cy="10264651"/>
            <a:chOff x="0" y="0"/>
            <a:chExt cx="1149350" cy="1149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87554" cy="3260617"/>
            </a:xfrm>
            <a:custGeom>
              <a:avLst/>
              <a:gdLst/>
              <a:ahLst/>
              <a:cxnLst/>
              <a:rect l="l" t="t" r="r" b="b"/>
              <a:pathLst>
                <a:path w="5887554" h="3260617">
                  <a:moveTo>
                    <a:pt x="5887554" y="36029"/>
                  </a:moveTo>
                  <a:lnTo>
                    <a:pt x="5887554" y="0"/>
                  </a:lnTo>
                  <a:lnTo>
                    <a:pt x="32528" y="0"/>
                  </a:lnTo>
                  <a:lnTo>
                    <a:pt x="32528" y="18014"/>
                  </a:lnTo>
                  <a:lnTo>
                    <a:pt x="0" y="18014"/>
                  </a:lnTo>
                  <a:lnTo>
                    <a:pt x="0" y="3260617"/>
                  </a:lnTo>
                  <a:lnTo>
                    <a:pt x="65056" y="3260617"/>
                  </a:lnTo>
                  <a:lnTo>
                    <a:pt x="65056" y="2630111"/>
                  </a:lnTo>
                  <a:lnTo>
                    <a:pt x="1171005" y="2630111"/>
                  </a:lnTo>
                  <a:lnTo>
                    <a:pt x="1171005" y="3260617"/>
                  </a:lnTo>
                  <a:lnTo>
                    <a:pt x="1236061" y="3260617"/>
                  </a:lnTo>
                  <a:lnTo>
                    <a:pt x="1236061" y="2630111"/>
                  </a:lnTo>
                  <a:lnTo>
                    <a:pt x="2342011" y="2630111"/>
                  </a:lnTo>
                  <a:lnTo>
                    <a:pt x="2342011" y="3260617"/>
                  </a:lnTo>
                  <a:lnTo>
                    <a:pt x="2407066" y="3260617"/>
                  </a:lnTo>
                  <a:lnTo>
                    <a:pt x="2407066" y="2630111"/>
                  </a:lnTo>
                  <a:lnTo>
                    <a:pt x="3513016" y="2630111"/>
                  </a:lnTo>
                  <a:lnTo>
                    <a:pt x="3513016" y="3260617"/>
                  </a:lnTo>
                  <a:lnTo>
                    <a:pt x="3578072" y="3260617"/>
                  </a:lnTo>
                  <a:lnTo>
                    <a:pt x="3578072" y="2630111"/>
                  </a:lnTo>
                  <a:lnTo>
                    <a:pt x="4684021" y="2630111"/>
                  </a:lnTo>
                  <a:lnTo>
                    <a:pt x="4684021" y="3260617"/>
                  </a:lnTo>
                  <a:lnTo>
                    <a:pt x="4749077" y="3260617"/>
                  </a:lnTo>
                  <a:lnTo>
                    <a:pt x="4749077" y="2630111"/>
                  </a:lnTo>
                  <a:lnTo>
                    <a:pt x="5887554" y="2630111"/>
                  </a:lnTo>
                  <a:lnTo>
                    <a:pt x="5887554" y="2594082"/>
                  </a:lnTo>
                  <a:lnTo>
                    <a:pt x="4749077" y="2594082"/>
                  </a:lnTo>
                  <a:lnTo>
                    <a:pt x="4749077" y="1981590"/>
                  </a:lnTo>
                  <a:lnTo>
                    <a:pt x="5887554" y="1981590"/>
                  </a:lnTo>
                  <a:lnTo>
                    <a:pt x="5887554" y="1945561"/>
                  </a:lnTo>
                  <a:lnTo>
                    <a:pt x="4749077" y="1945561"/>
                  </a:lnTo>
                  <a:lnTo>
                    <a:pt x="4749077" y="1333070"/>
                  </a:lnTo>
                  <a:lnTo>
                    <a:pt x="5887554" y="1333070"/>
                  </a:lnTo>
                  <a:lnTo>
                    <a:pt x="5887554" y="1297041"/>
                  </a:lnTo>
                  <a:lnTo>
                    <a:pt x="4749077" y="1297041"/>
                  </a:lnTo>
                  <a:lnTo>
                    <a:pt x="4749077" y="684549"/>
                  </a:lnTo>
                  <a:lnTo>
                    <a:pt x="5887554" y="684549"/>
                  </a:lnTo>
                  <a:lnTo>
                    <a:pt x="5887554" y="648520"/>
                  </a:lnTo>
                  <a:lnTo>
                    <a:pt x="4749077" y="648520"/>
                  </a:lnTo>
                  <a:lnTo>
                    <a:pt x="4749077" y="36029"/>
                  </a:lnTo>
                  <a:lnTo>
                    <a:pt x="5887554" y="36029"/>
                  </a:lnTo>
                  <a:close/>
                  <a:moveTo>
                    <a:pt x="1236061" y="648520"/>
                  </a:moveTo>
                  <a:lnTo>
                    <a:pt x="1236061" y="36029"/>
                  </a:lnTo>
                  <a:lnTo>
                    <a:pt x="2342011" y="36029"/>
                  </a:lnTo>
                  <a:lnTo>
                    <a:pt x="2342011" y="648520"/>
                  </a:lnTo>
                  <a:lnTo>
                    <a:pt x="1236061" y="648520"/>
                  </a:lnTo>
                  <a:close/>
                  <a:moveTo>
                    <a:pt x="2342011" y="684549"/>
                  </a:moveTo>
                  <a:lnTo>
                    <a:pt x="2342011" y="1297041"/>
                  </a:lnTo>
                  <a:lnTo>
                    <a:pt x="1236061" y="1297041"/>
                  </a:lnTo>
                  <a:lnTo>
                    <a:pt x="1236061" y="684549"/>
                  </a:lnTo>
                  <a:lnTo>
                    <a:pt x="2342011" y="684549"/>
                  </a:lnTo>
                  <a:close/>
                  <a:moveTo>
                    <a:pt x="1171005" y="648520"/>
                  </a:moveTo>
                  <a:lnTo>
                    <a:pt x="65056" y="648520"/>
                  </a:lnTo>
                  <a:lnTo>
                    <a:pt x="65056" y="36029"/>
                  </a:lnTo>
                  <a:lnTo>
                    <a:pt x="1171005" y="36029"/>
                  </a:lnTo>
                  <a:lnTo>
                    <a:pt x="1171005" y="648520"/>
                  </a:lnTo>
                  <a:close/>
                  <a:moveTo>
                    <a:pt x="1171005" y="684549"/>
                  </a:moveTo>
                  <a:lnTo>
                    <a:pt x="1171005" y="1297041"/>
                  </a:lnTo>
                  <a:lnTo>
                    <a:pt x="65056" y="1297041"/>
                  </a:lnTo>
                  <a:lnTo>
                    <a:pt x="65056" y="684549"/>
                  </a:lnTo>
                  <a:lnTo>
                    <a:pt x="1171005" y="684549"/>
                  </a:lnTo>
                  <a:close/>
                  <a:moveTo>
                    <a:pt x="1171005" y="1333070"/>
                  </a:moveTo>
                  <a:lnTo>
                    <a:pt x="1171005" y="1945561"/>
                  </a:lnTo>
                  <a:lnTo>
                    <a:pt x="65056" y="1945561"/>
                  </a:lnTo>
                  <a:lnTo>
                    <a:pt x="65056" y="1333070"/>
                  </a:lnTo>
                  <a:lnTo>
                    <a:pt x="1171005" y="1333070"/>
                  </a:lnTo>
                  <a:close/>
                  <a:moveTo>
                    <a:pt x="1236061" y="1333070"/>
                  </a:moveTo>
                  <a:lnTo>
                    <a:pt x="2342011" y="1333070"/>
                  </a:lnTo>
                  <a:lnTo>
                    <a:pt x="2342011" y="1945561"/>
                  </a:lnTo>
                  <a:lnTo>
                    <a:pt x="1236061" y="1945561"/>
                  </a:lnTo>
                  <a:lnTo>
                    <a:pt x="1236061" y="1333070"/>
                  </a:lnTo>
                  <a:close/>
                  <a:moveTo>
                    <a:pt x="2407066" y="1333070"/>
                  </a:moveTo>
                  <a:lnTo>
                    <a:pt x="3513016" y="1333070"/>
                  </a:lnTo>
                  <a:lnTo>
                    <a:pt x="3513016" y="1945561"/>
                  </a:lnTo>
                  <a:lnTo>
                    <a:pt x="2407066" y="1945561"/>
                  </a:lnTo>
                  <a:lnTo>
                    <a:pt x="2407066" y="1333070"/>
                  </a:lnTo>
                  <a:close/>
                  <a:moveTo>
                    <a:pt x="2407066" y="1297041"/>
                  </a:moveTo>
                  <a:lnTo>
                    <a:pt x="2407066" y="684549"/>
                  </a:lnTo>
                  <a:lnTo>
                    <a:pt x="3513016" y="684549"/>
                  </a:lnTo>
                  <a:lnTo>
                    <a:pt x="3513016" y="1297041"/>
                  </a:lnTo>
                  <a:lnTo>
                    <a:pt x="2407066" y="1297041"/>
                  </a:lnTo>
                  <a:close/>
                  <a:moveTo>
                    <a:pt x="2407066" y="648520"/>
                  </a:moveTo>
                  <a:lnTo>
                    <a:pt x="2407066" y="36029"/>
                  </a:lnTo>
                  <a:lnTo>
                    <a:pt x="3513016" y="36029"/>
                  </a:lnTo>
                  <a:lnTo>
                    <a:pt x="3513016" y="648520"/>
                  </a:lnTo>
                  <a:lnTo>
                    <a:pt x="2407066" y="648520"/>
                  </a:lnTo>
                  <a:close/>
                  <a:moveTo>
                    <a:pt x="65056" y="2594082"/>
                  </a:moveTo>
                  <a:lnTo>
                    <a:pt x="65056" y="1981590"/>
                  </a:lnTo>
                  <a:lnTo>
                    <a:pt x="1171005" y="1981590"/>
                  </a:lnTo>
                  <a:lnTo>
                    <a:pt x="1171005" y="2594082"/>
                  </a:lnTo>
                  <a:lnTo>
                    <a:pt x="65056" y="2594082"/>
                  </a:lnTo>
                  <a:close/>
                  <a:moveTo>
                    <a:pt x="1236061" y="2594082"/>
                  </a:moveTo>
                  <a:lnTo>
                    <a:pt x="1236061" y="1981590"/>
                  </a:lnTo>
                  <a:lnTo>
                    <a:pt x="2342011" y="1981590"/>
                  </a:lnTo>
                  <a:lnTo>
                    <a:pt x="2342011" y="2594082"/>
                  </a:lnTo>
                  <a:lnTo>
                    <a:pt x="1236061" y="2594082"/>
                  </a:lnTo>
                  <a:close/>
                  <a:moveTo>
                    <a:pt x="2407066" y="2594082"/>
                  </a:moveTo>
                  <a:lnTo>
                    <a:pt x="2407066" y="1981590"/>
                  </a:lnTo>
                  <a:lnTo>
                    <a:pt x="3513016" y="1981590"/>
                  </a:lnTo>
                  <a:lnTo>
                    <a:pt x="3513016" y="2594082"/>
                  </a:lnTo>
                  <a:lnTo>
                    <a:pt x="2407066" y="2594082"/>
                  </a:lnTo>
                  <a:close/>
                  <a:moveTo>
                    <a:pt x="4684021" y="2594082"/>
                  </a:moveTo>
                  <a:lnTo>
                    <a:pt x="3578072" y="2594082"/>
                  </a:lnTo>
                  <a:lnTo>
                    <a:pt x="3578072" y="1981590"/>
                  </a:lnTo>
                  <a:lnTo>
                    <a:pt x="4684021" y="1981590"/>
                  </a:lnTo>
                  <a:lnTo>
                    <a:pt x="4684021" y="2594082"/>
                  </a:lnTo>
                  <a:close/>
                  <a:moveTo>
                    <a:pt x="4684021" y="1945561"/>
                  </a:moveTo>
                  <a:lnTo>
                    <a:pt x="3578072" y="1945561"/>
                  </a:lnTo>
                  <a:lnTo>
                    <a:pt x="3578072" y="1333070"/>
                  </a:lnTo>
                  <a:lnTo>
                    <a:pt x="4684021" y="1333070"/>
                  </a:lnTo>
                  <a:lnTo>
                    <a:pt x="4684021" y="1945561"/>
                  </a:lnTo>
                  <a:close/>
                  <a:moveTo>
                    <a:pt x="4684021" y="1297041"/>
                  </a:moveTo>
                  <a:lnTo>
                    <a:pt x="3578072" y="1297041"/>
                  </a:lnTo>
                  <a:lnTo>
                    <a:pt x="3578072" y="684549"/>
                  </a:lnTo>
                  <a:lnTo>
                    <a:pt x="4684021" y="684549"/>
                  </a:lnTo>
                  <a:lnTo>
                    <a:pt x="4684021" y="1297041"/>
                  </a:lnTo>
                  <a:close/>
                  <a:moveTo>
                    <a:pt x="4684021" y="648520"/>
                  </a:moveTo>
                  <a:lnTo>
                    <a:pt x="3578072" y="648520"/>
                  </a:lnTo>
                  <a:lnTo>
                    <a:pt x="3578072" y="36029"/>
                  </a:lnTo>
                  <a:lnTo>
                    <a:pt x="4684021" y="36029"/>
                  </a:lnTo>
                  <a:lnTo>
                    <a:pt x="4684021" y="648520"/>
                  </a:lnTo>
                  <a:close/>
                </a:path>
              </a:pathLst>
            </a:custGeom>
            <a:solidFill>
              <a:srgbClr val="F4DCE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857625" y="2673693"/>
            <a:ext cx="11315700" cy="1771650"/>
            <a:chOff x="0" y="0"/>
            <a:chExt cx="2980267" cy="4666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0267" cy="466607"/>
            </a:xfrm>
            <a:custGeom>
              <a:avLst/>
              <a:gdLst/>
              <a:ahLst/>
              <a:cxnLst/>
              <a:rect l="l" t="t" r="r" b="b"/>
              <a:pathLst>
                <a:path w="2980267" h="466607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431714"/>
                  </a:lnTo>
                  <a:cubicBezTo>
                    <a:pt x="2980267" y="450985"/>
                    <a:pt x="2964645" y="466607"/>
                    <a:pt x="2945374" y="466607"/>
                  </a:cubicBezTo>
                  <a:lnTo>
                    <a:pt x="34893" y="466607"/>
                  </a:lnTo>
                  <a:cubicBezTo>
                    <a:pt x="15622" y="466607"/>
                    <a:pt x="0" y="450985"/>
                    <a:pt x="0" y="431714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5271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980267" cy="523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657600" y="2433918"/>
            <a:ext cx="11315700" cy="1771650"/>
            <a:chOff x="0" y="0"/>
            <a:chExt cx="2980267" cy="4666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80267" cy="466607"/>
            </a:xfrm>
            <a:custGeom>
              <a:avLst/>
              <a:gdLst/>
              <a:ahLst/>
              <a:cxnLst/>
              <a:rect l="l" t="t" r="r" b="b"/>
              <a:pathLst>
                <a:path w="2980267" h="466607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431714"/>
                  </a:lnTo>
                  <a:cubicBezTo>
                    <a:pt x="2980267" y="450985"/>
                    <a:pt x="2964645" y="466607"/>
                    <a:pt x="2945374" y="466607"/>
                  </a:cubicBezTo>
                  <a:lnTo>
                    <a:pt x="34893" y="466607"/>
                  </a:lnTo>
                  <a:cubicBezTo>
                    <a:pt x="15622" y="466607"/>
                    <a:pt x="0" y="450985"/>
                    <a:pt x="0" y="431714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980267" cy="523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57625" y="4929468"/>
            <a:ext cx="11315700" cy="2923614"/>
            <a:chOff x="0" y="0"/>
            <a:chExt cx="2980267" cy="7700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80267" cy="770005"/>
            </a:xfrm>
            <a:custGeom>
              <a:avLst/>
              <a:gdLst/>
              <a:ahLst/>
              <a:cxnLst/>
              <a:rect l="l" t="t" r="r" b="b"/>
              <a:pathLst>
                <a:path w="2980267" h="770005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735112"/>
                  </a:lnTo>
                  <a:cubicBezTo>
                    <a:pt x="2980267" y="754383"/>
                    <a:pt x="2964645" y="770005"/>
                    <a:pt x="2945374" y="770005"/>
                  </a:cubicBezTo>
                  <a:lnTo>
                    <a:pt x="34893" y="770005"/>
                  </a:lnTo>
                  <a:cubicBezTo>
                    <a:pt x="15622" y="770005"/>
                    <a:pt x="0" y="754383"/>
                    <a:pt x="0" y="735112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5271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980267" cy="827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567112" y="4667531"/>
            <a:ext cx="11315700" cy="2937901"/>
            <a:chOff x="0" y="0"/>
            <a:chExt cx="2980267" cy="7737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80267" cy="773768"/>
            </a:xfrm>
            <a:custGeom>
              <a:avLst/>
              <a:gdLst/>
              <a:ahLst/>
              <a:cxnLst/>
              <a:rect l="l" t="t" r="r" b="b"/>
              <a:pathLst>
                <a:path w="2980267" h="773768">
                  <a:moveTo>
                    <a:pt x="34893" y="0"/>
                  </a:moveTo>
                  <a:lnTo>
                    <a:pt x="2945374" y="0"/>
                  </a:lnTo>
                  <a:cubicBezTo>
                    <a:pt x="2964645" y="0"/>
                    <a:pt x="2980267" y="15622"/>
                    <a:pt x="2980267" y="34893"/>
                  </a:cubicBezTo>
                  <a:lnTo>
                    <a:pt x="2980267" y="738875"/>
                  </a:lnTo>
                  <a:cubicBezTo>
                    <a:pt x="2980267" y="758146"/>
                    <a:pt x="2964645" y="773768"/>
                    <a:pt x="2945374" y="773768"/>
                  </a:cubicBezTo>
                  <a:lnTo>
                    <a:pt x="34893" y="773768"/>
                  </a:lnTo>
                  <a:cubicBezTo>
                    <a:pt x="15622" y="773768"/>
                    <a:pt x="0" y="758146"/>
                    <a:pt x="0" y="738875"/>
                  </a:cubicBezTo>
                  <a:lnTo>
                    <a:pt x="0" y="34893"/>
                  </a:lnTo>
                  <a:cubicBezTo>
                    <a:pt x="0" y="15622"/>
                    <a:pt x="15622" y="0"/>
                    <a:pt x="34893" y="0"/>
                  </a:cubicBezTo>
                  <a:close/>
                </a:path>
              </a:pathLst>
            </a:custGeom>
            <a:solidFill>
              <a:srgbClr val="FFF7AC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980267" cy="830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198590" y="2665693"/>
            <a:ext cx="10233720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arabara"/>
                <a:ea typeface="Barabara"/>
                <a:cs typeface="Barabara"/>
                <a:sym typeface="Barabara"/>
              </a:rPr>
              <a:t>Conclusion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18537" y="4834218"/>
            <a:ext cx="10697360" cy="299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1"/>
              </a:lnSpc>
            </a:pPr>
            <a:r>
              <a:rPr lang="en-US" sz="255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conclusion, Drive Alert is more than just a device—it’s a movement to transform road safety. With its cutting-edge features and driver-centric design, it offers a lifeline to those who need it most.</a:t>
            </a:r>
          </a:p>
          <a:p>
            <a:pPr algn="ctr">
              <a:lnSpc>
                <a:spcPts val="3571"/>
              </a:lnSpc>
            </a:pPr>
            <a:r>
              <a:rPr lang="en-US" sz="255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Every life is precious. Every accident is preventable. And every journey deserves to end safely.</a:t>
            </a:r>
          </a:p>
          <a:p>
            <a:pPr algn="ctr">
              <a:lnSpc>
                <a:spcPts val="3571"/>
              </a:lnSpc>
            </a:pPr>
            <a:r>
              <a:rPr lang="en-US" sz="255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“Be safe, stay alert—with Drive Alert.”</a:t>
            </a:r>
          </a:p>
          <a:p>
            <a:pPr algn="ctr">
              <a:lnSpc>
                <a:spcPts val="1984"/>
              </a:lnSpc>
            </a:pPr>
            <a:endParaRPr lang="en-US" sz="2551">
              <a:solidFill>
                <a:srgbClr val="000000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402</Words>
  <Application>Microsoft Office PowerPoint</Application>
  <PresentationFormat>Custom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Futura</vt:lpstr>
      <vt:lpstr>Futura Bold</vt:lpstr>
      <vt:lpstr>Calibri</vt:lpstr>
      <vt:lpstr>Barabara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Aavishkar Inter- Collegiate/Institute/Department Research Convention Category:5 Level:UG DRIVE_ALERT Slot No.:S551047</dc:title>
  <dc:creator>RITIKA</dc:creator>
  <cp:lastModifiedBy>Hiral Dhakoliya</cp:lastModifiedBy>
  <cp:revision>3</cp:revision>
  <dcterms:created xsi:type="dcterms:W3CDTF">2006-08-16T00:00:00Z</dcterms:created>
  <dcterms:modified xsi:type="dcterms:W3CDTF">2026-02-18T09:25:45Z</dcterms:modified>
  <dc:identifier>DAGaG-Oxy38</dc:identifier>
</cp:coreProperties>
</file>